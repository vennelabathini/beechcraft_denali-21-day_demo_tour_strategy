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17"/>
  </p:notesMasterIdLst>
  <p:sldIdLst>
    <p:sldId id="256" r:id="rId5"/>
    <p:sldId id="1520" r:id="rId6"/>
    <p:sldId id="1526" r:id="rId7"/>
    <p:sldId id="26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82AF"/>
    <a:srgbClr val="23A6A9"/>
    <a:srgbClr val="E313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5A6125-10D2-4EDF-82B5-FAE931C951A7}" v="44" dt="2026-02-13T18:24:36.8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dham, Lidiya" userId="a8c61847-7502-4430-8290-d1a51f7afe71" providerId="ADAL" clId="{C5013AFF-2F92-41AE-8711-1E85F92DE669}"/>
    <pc:docChg chg="undo custSel addSld delSld modSld sldOrd modMainMaster">
      <pc:chgData name="Oldham, Lidiya" userId="a8c61847-7502-4430-8290-d1a51f7afe71" providerId="ADAL" clId="{C5013AFF-2F92-41AE-8711-1E85F92DE669}" dt="2026-02-13T18:27:24.068" v="630" actId="14100"/>
      <pc:docMkLst>
        <pc:docMk/>
      </pc:docMkLst>
      <pc:sldChg chg="modSp mod setBg">
        <pc:chgData name="Oldham, Lidiya" userId="a8c61847-7502-4430-8290-d1a51f7afe71" providerId="ADAL" clId="{C5013AFF-2F92-41AE-8711-1E85F92DE669}" dt="2026-02-13T16:16:04.444" v="431" actId="2711"/>
        <pc:sldMkLst>
          <pc:docMk/>
          <pc:sldMk cId="0" sldId="256"/>
        </pc:sldMkLst>
        <pc:spChg chg="mod">
          <ac:chgData name="Oldham, Lidiya" userId="a8c61847-7502-4430-8290-d1a51f7afe71" providerId="ADAL" clId="{C5013AFF-2F92-41AE-8711-1E85F92DE669}" dt="2026-02-13T16:16:04.444" v="431" actId="2711"/>
          <ac:spMkLst>
            <pc:docMk/>
            <pc:sldMk cId="0" sldId="256"/>
            <ac:spMk id="2" creationId="{00000000-0000-0000-0000-000000000000}"/>
          </ac:spMkLst>
        </pc:spChg>
        <pc:spChg chg="mod">
          <ac:chgData name="Oldham, Lidiya" userId="a8c61847-7502-4430-8290-d1a51f7afe71" providerId="ADAL" clId="{C5013AFF-2F92-41AE-8711-1E85F92DE669}" dt="2026-02-13T15:52:47.883" v="340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Oldham, Lidiya" userId="a8c61847-7502-4430-8290-d1a51f7afe71" providerId="ADAL" clId="{C5013AFF-2F92-41AE-8711-1E85F92DE669}" dt="2026-02-13T15:53:04.965" v="341" actId="207"/>
          <ac:spMkLst>
            <pc:docMk/>
            <pc:sldMk cId="0" sldId="256"/>
            <ac:spMk id="4" creationId="{00000000-0000-0000-0000-000000000000}"/>
          </ac:spMkLst>
        </pc:spChg>
      </pc:sldChg>
      <pc:sldChg chg="delSp modSp mod setBg">
        <pc:chgData name="Oldham, Lidiya" userId="a8c61847-7502-4430-8290-d1a51f7afe71" providerId="ADAL" clId="{C5013AFF-2F92-41AE-8711-1E85F92DE669}" dt="2026-02-13T18:27:24.068" v="630" actId="14100"/>
        <pc:sldMkLst>
          <pc:docMk/>
          <pc:sldMk cId="0" sldId="257"/>
        </pc:sldMkLst>
        <pc:spChg chg="mod">
          <ac:chgData name="Oldham, Lidiya" userId="a8c61847-7502-4430-8290-d1a51f7afe71" providerId="ADAL" clId="{C5013AFF-2F92-41AE-8711-1E85F92DE669}" dt="2026-02-13T16:02:11.370" v="378" actId="207"/>
          <ac:spMkLst>
            <pc:docMk/>
            <pc:sldMk cId="0" sldId="257"/>
            <ac:spMk id="2" creationId="{00000000-0000-0000-0000-000000000000}"/>
          </ac:spMkLst>
        </pc:spChg>
        <pc:spChg chg="mod">
          <ac:chgData name="Oldham, Lidiya" userId="a8c61847-7502-4430-8290-d1a51f7afe71" providerId="ADAL" clId="{C5013AFF-2F92-41AE-8711-1E85F92DE669}" dt="2026-02-13T15:12:03.859" v="57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Oldham, Lidiya" userId="a8c61847-7502-4430-8290-d1a51f7afe71" providerId="ADAL" clId="{C5013AFF-2F92-41AE-8711-1E85F92DE669}" dt="2026-02-13T15:12:16.816" v="58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Oldham, Lidiya" userId="a8c61847-7502-4430-8290-d1a51f7afe71" providerId="ADAL" clId="{C5013AFF-2F92-41AE-8711-1E85F92DE669}" dt="2026-02-13T15:12:23.409" v="59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Oldham, Lidiya" userId="a8c61847-7502-4430-8290-d1a51f7afe71" providerId="ADAL" clId="{C5013AFF-2F92-41AE-8711-1E85F92DE669}" dt="2026-02-13T18:27:24.068" v="630" actId="14100"/>
          <ac:spMkLst>
            <pc:docMk/>
            <pc:sldMk cId="0" sldId="257"/>
            <ac:spMk id="9" creationId="{00000000-0000-0000-0000-000000000000}"/>
          </ac:spMkLst>
        </pc:spChg>
        <pc:spChg chg="mod">
          <ac:chgData name="Oldham, Lidiya" userId="a8c61847-7502-4430-8290-d1a51f7afe71" providerId="ADAL" clId="{C5013AFF-2F92-41AE-8711-1E85F92DE669}" dt="2026-02-13T18:27:10.099" v="629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Oldham, Lidiya" userId="a8c61847-7502-4430-8290-d1a51f7afe71" providerId="ADAL" clId="{C5013AFF-2F92-41AE-8711-1E85F92DE669}" dt="2026-02-13T15:12:33.595" v="60" actId="1076"/>
          <ac:spMkLst>
            <pc:docMk/>
            <pc:sldMk cId="0" sldId="257"/>
            <ac:spMk id="11" creationId="{00000000-0000-0000-0000-000000000000}"/>
          </ac:spMkLst>
        </pc:spChg>
        <pc:spChg chg="del">
          <ac:chgData name="Oldham, Lidiya" userId="a8c61847-7502-4430-8290-d1a51f7afe71" providerId="ADAL" clId="{C5013AFF-2F92-41AE-8711-1E85F92DE669}" dt="2026-02-13T15:11:13.272" v="49" actId="478"/>
          <ac:spMkLst>
            <pc:docMk/>
            <pc:sldMk cId="0" sldId="257"/>
            <ac:spMk id="12" creationId="{00000000-0000-0000-0000-000000000000}"/>
          </ac:spMkLst>
        </pc:spChg>
        <pc:spChg chg="del mod">
          <ac:chgData name="Oldham, Lidiya" userId="a8c61847-7502-4430-8290-d1a51f7afe71" providerId="ADAL" clId="{C5013AFF-2F92-41AE-8711-1E85F92DE669}" dt="2026-02-13T15:11:18.938" v="51" actId="478"/>
          <ac:spMkLst>
            <pc:docMk/>
            <pc:sldMk cId="0" sldId="257"/>
            <ac:spMk id="13" creationId="{00000000-0000-0000-0000-000000000000}"/>
          </ac:spMkLst>
        </pc:spChg>
        <pc:spChg chg="del">
          <ac:chgData name="Oldham, Lidiya" userId="a8c61847-7502-4430-8290-d1a51f7afe71" providerId="ADAL" clId="{C5013AFF-2F92-41AE-8711-1E85F92DE669}" dt="2026-02-13T15:11:23.033" v="52" actId="478"/>
          <ac:spMkLst>
            <pc:docMk/>
            <pc:sldMk cId="0" sldId="257"/>
            <ac:spMk id="14" creationId="{00000000-0000-0000-0000-000000000000}"/>
          </ac:spMkLst>
        </pc:spChg>
        <pc:spChg chg="mod">
          <ac:chgData name="Oldham, Lidiya" userId="a8c61847-7502-4430-8290-d1a51f7afe71" providerId="ADAL" clId="{C5013AFF-2F92-41AE-8711-1E85F92DE669}" dt="2026-02-13T16:02:20.377" v="379" actId="207"/>
          <ac:spMkLst>
            <pc:docMk/>
            <pc:sldMk cId="0" sldId="257"/>
            <ac:spMk id="15" creationId="{00000000-0000-0000-0000-000000000000}"/>
          </ac:spMkLst>
        </pc:spChg>
      </pc:sldChg>
      <pc:sldChg chg="modSp mod setBg">
        <pc:chgData name="Oldham, Lidiya" userId="a8c61847-7502-4430-8290-d1a51f7afe71" providerId="ADAL" clId="{C5013AFF-2F92-41AE-8711-1E85F92DE669}" dt="2026-02-13T16:53:37.100" v="552" actId="207"/>
        <pc:sldMkLst>
          <pc:docMk/>
          <pc:sldMk cId="0" sldId="258"/>
        </pc:sldMkLst>
        <pc:spChg chg="mod">
          <ac:chgData name="Oldham, Lidiya" userId="a8c61847-7502-4430-8290-d1a51f7afe71" providerId="ADAL" clId="{C5013AFF-2F92-41AE-8711-1E85F92DE669}" dt="2026-02-13T16:02:34.296" v="380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Oldham, Lidiya" userId="a8c61847-7502-4430-8290-d1a51f7afe71" providerId="ADAL" clId="{C5013AFF-2F92-41AE-8711-1E85F92DE669}" dt="2026-02-13T16:53:37.100" v="552" actId="207"/>
          <ac:spMkLst>
            <pc:docMk/>
            <pc:sldMk cId="0" sldId="258"/>
            <ac:spMk id="6" creationId="{00000000-0000-0000-0000-000000000000}"/>
          </ac:spMkLst>
        </pc:spChg>
      </pc:sldChg>
      <pc:sldChg chg="addSp delSp modSp mod setBg">
        <pc:chgData name="Oldham, Lidiya" userId="a8c61847-7502-4430-8290-d1a51f7afe71" providerId="ADAL" clId="{C5013AFF-2F92-41AE-8711-1E85F92DE669}" dt="2026-02-13T18:24:36.836" v="611"/>
        <pc:sldMkLst>
          <pc:docMk/>
          <pc:sldMk cId="0" sldId="259"/>
        </pc:sldMkLst>
        <pc:spChg chg="mod">
          <ac:chgData name="Oldham, Lidiya" userId="a8c61847-7502-4430-8290-d1a51f7afe71" providerId="ADAL" clId="{C5013AFF-2F92-41AE-8711-1E85F92DE669}" dt="2026-02-13T16:02:46.603" v="381" actId="207"/>
          <ac:spMkLst>
            <pc:docMk/>
            <pc:sldMk cId="0" sldId="259"/>
            <ac:spMk id="2" creationId="{00000000-0000-0000-0000-000000000000}"/>
          </ac:spMkLst>
        </pc:spChg>
        <pc:spChg chg="add del mod">
          <ac:chgData name="Oldham, Lidiya" userId="a8c61847-7502-4430-8290-d1a51f7afe71" providerId="ADAL" clId="{C5013AFF-2F92-41AE-8711-1E85F92DE669}" dt="2026-02-13T15:39:59.679" v="181"/>
          <ac:spMkLst>
            <pc:docMk/>
            <pc:sldMk cId="0" sldId="259"/>
            <ac:spMk id="5" creationId="{DD254902-F270-3FC6-E1F7-DF496BFB5904}"/>
          </ac:spMkLst>
        </pc:spChg>
        <pc:spChg chg="add mod">
          <ac:chgData name="Oldham, Lidiya" userId="a8c61847-7502-4430-8290-d1a51f7afe71" providerId="ADAL" clId="{C5013AFF-2F92-41AE-8711-1E85F92DE669}" dt="2026-02-13T15:45:43.588" v="331" actId="1076"/>
          <ac:spMkLst>
            <pc:docMk/>
            <pc:sldMk cId="0" sldId="259"/>
            <ac:spMk id="7" creationId="{30BB17AC-448F-1550-C54C-3F8120499713}"/>
          </ac:spMkLst>
        </pc:spChg>
        <pc:spChg chg="add mod">
          <ac:chgData name="Oldham, Lidiya" userId="a8c61847-7502-4430-8290-d1a51f7afe71" providerId="ADAL" clId="{C5013AFF-2F92-41AE-8711-1E85F92DE669}" dt="2026-02-13T15:45:26.923" v="330" actId="1076"/>
          <ac:spMkLst>
            <pc:docMk/>
            <pc:sldMk cId="0" sldId="259"/>
            <ac:spMk id="8" creationId="{4B6C6A75-8482-8197-476A-545DD7EAD114}"/>
          </ac:spMkLst>
        </pc:spChg>
        <pc:graphicFrameChg chg="mod">
          <ac:chgData name="Oldham, Lidiya" userId="a8c61847-7502-4430-8290-d1a51f7afe71" providerId="ADAL" clId="{C5013AFF-2F92-41AE-8711-1E85F92DE669}" dt="2026-02-13T16:54:46.976" v="554"/>
          <ac:graphicFrameMkLst>
            <pc:docMk/>
            <pc:sldMk cId="0" sldId="259"/>
            <ac:graphicFrameMk id="3" creationId="{00000000-0000-0000-0000-000000000000}"/>
          </ac:graphicFrameMkLst>
        </pc:graphicFrameChg>
        <pc:graphicFrameChg chg="mod">
          <ac:chgData name="Oldham, Lidiya" userId="a8c61847-7502-4430-8290-d1a51f7afe71" providerId="ADAL" clId="{C5013AFF-2F92-41AE-8711-1E85F92DE669}" dt="2026-02-13T18:24:36.836" v="611"/>
          <ac:graphicFrameMkLst>
            <pc:docMk/>
            <pc:sldMk cId="0" sldId="259"/>
            <ac:graphicFrameMk id="4" creationId="{00000000-0000-0000-0000-000000000000}"/>
          </ac:graphicFrameMkLst>
        </pc:graphicFrameChg>
        <pc:picChg chg="add mod">
          <ac:chgData name="Oldham, Lidiya" userId="a8c61847-7502-4430-8290-d1a51f7afe71" providerId="ADAL" clId="{C5013AFF-2F92-41AE-8711-1E85F92DE669}" dt="2026-02-13T18:23:36.722" v="600" actId="14100"/>
          <ac:picMkLst>
            <pc:docMk/>
            <pc:sldMk cId="0" sldId="259"/>
            <ac:picMk id="1026" creationId="{A7A6D3D2-D54D-1884-8399-AB676D375FFF}"/>
          </ac:picMkLst>
        </pc:picChg>
      </pc:sldChg>
      <pc:sldChg chg="modSp mod setBg">
        <pc:chgData name="Oldham, Lidiya" userId="a8c61847-7502-4430-8290-d1a51f7afe71" providerId="ADAL" clId="{C5013AFF-2F92-41AE-8711-1E85F92DE669}" dt="2026-02-13T16:03:13.446" v="382" actId="207"/>
        <pc:sldMkLst>
          <pc:docMk/>
          <pc:sldMk cId="0" sldId="260"/>
        </pc:sldMkLst>
        <pc:spChg chg="mod">
          <ac:chgData name="Oldham, Lidiya" userId="a8c61847-7502-4430-8290-d1a51f7afe71" providerId="ADAL" clId="{C5013AFF-2F92-41AE-8711-1E85F92DE669}" dt="2026-02-13T16:03:13.446" v="382" actId="207"/>
          <ac:spMkLst>
            <pc:docMk/>
            <pc:sldMk cId="0" sldId="260"/>
            <ac:spMk id="2" creationId="{00000000-0000-0000-0000-000000000000}"/>
          </ac:spMkLst>
        </pc:spChg>
      </pc:sldChg>
      <pc:sldChg chg="addSp delSp modSp mod setBg">
        <pc:chgData name="Oldham, Lidiya" userId="a8c61847-7502-4430-8290-d1a51f7afe71" providerId="ADAL" clId="{C5013AFF-2F92-41AE-8711-1E85F92DE669}" dt="2026-02-13T16:32:04.364" v="510" actId="113"/>
        <pc:sldMkLst>
          <pc:docMk/>
          <pc:sldMk cId="0" sldId="261"/>
        </pc:sldMkLst>
        <pc:spChg chg="mod">
          <ac:chgData name="Oldham, Lidiya" userId="a8c61847-7502-4430-8290-d1a51f7afe71" providerId="ADAL" clId="{C5013AFF-2F92-41AE-8711-1E85F92DE669}" dt="2026-02-13T16:03:28.696" v="383" actId="207"/>
          <ac:spMkLst>
            <pc:docMk/>
            <pc:sldMk cId="0" sldId="261"/>
            <ac:spMk id="2" creationId="{00000000-0000-0000-0000-000000000000}"/>
          </ac:spMkLst>
        </pc:spChg>
        <pc:spChg chg="mod">
          <ac:chgData name="Oldham, Lidiya" userId="a8c61847-7502-4430-8290-d1a51f7afe71" providerId="ADAL" clId="{C5013AFF-2F92-41AE-8711-1E85F92DE669}" dt="2026-02-13T16:32:04.364" v="510" actId="113"/>
          <ac:spMkLst>
            <pc:docMk/>
            <pc:sldMk cId="0" sldId="261"/>
            <ac:spMk id="3" creationId="{00000000-0000-0000-0000-000000000000}"/>
          </ac:spMkLst>
        </pc:spChg>
        <pc:spChg chg="del mod">
          <ac:chgData name="Oldham, Lidiya" userId="a8c61847-7502-4430-8290-d1a51f7afe71" providerId="ADAL" clId="{C5013AFF-2F92-41AE-8711-1E85F92DE669}" dt="2026-02-13T15:16:05.093" v="68" actId="478"/>
          <ac:spMkLst>
            <pc:docMk/>
            <pc:sldMk cId="0" sldId="261"/>
            <ac:spMk id="4" creationId="{00000000-0000-0000-0000-000000000000}"/>
          </ac:spMkLst>
        </pc:spChg>
        <pc:spChg chg="del mod">
          <ac:chgData name="Oldham, Lidiya" userId="a8c61847-7502-4430-8290-d1a51f7afe71" providerId="ADAL" clId="{C5013AFF-2F92-41AE-8711-1E85F92DE669}" dt="2026-02-13T15:16:08.451" v="70" actId="478"/>
          <ac:spMkLst>
            <pc:docMk/>
            <pc:sldMk cId="0" sldId="261"/>
            <ac:spMk id="5" creationId="{00000000-0000-0000-0000-000000000000}"/>
          </ac:spMkLst>
        </pc:spChg>
        <pc:spChg chg="del mod">
          <ac:chgData name="Oldham, Lidiya" userId="a8c61847-7502-4430-8290-d1a51f7afe71" providerId="ADAL" clId="{C5013AFF-2F92-41AE-8711-1E85F92DE669}" dt="2026-02-13T15:16:11.905" v="71" actId="478"/>
          <ac:spMkLst>
            <pc:docMk/>
            <pc:sldMk cId="0" sldId="261"/>
            <ac:spMk id="6" creationId="{00000000-0000-0000-0000-000000000000}"/>
          </ac:spMkLst>
        </pc:spChg>
        <pc:spChg chg="del mod">
          <ac:chgData name="Oldham, Lidiya" userId="a8c61847-7502-4430-8290-d1a51f7afe71" providerId="ADAL" clId="{C5013AFF-2F92-41AE-8711-1E85F92DE669}" dt="2026-02-13T15:16:01.236" v="66" actId="478"/>
          <ac:spMkLst>
            <pc:docMk/>
            <pc:sldMk cId="0" sldId="261"/>
            <ac:spMk id="7" creationId="{00000000-0000-0000-0000-000000000000}"/>
          </ac:spMkLst>
        </pc:spChg>
        <pc:spChg chg="del mod">
          <ac:chgData name="Oldham, Lidiya" userId="a8c61847-7502-4430-8290-d1a51f7afe71" providerId="ADAL" clId="{C5013AFF-2F92-41AE-8711-1E85F92DE669}" dt="2026-02-13T15:16:14.876" v="72" actId="478"/>
          <ac:spMkLst>
            <pc:docMk/>
            <pc:sldMk cId="0" sldId="261"/>
            <ac:spMk id="8" creationId="{00000000-0000-0000-0000-000000000000}"/>
          </ac:spMkLst>
        </pc:spChg>
        <pc:spChg chg="del mod">
          <ac:chgData name="Oldham, Lidiya" userId="a8c61847-7502-4430-8290-d1a51f7afe71" providerId="ADAL" clId="{C5013AFF-2F92-41AE-8711-1E85F92DE669}" dt="2026-02-13T15:16:17.354" v="73" actId="478"/>
          <ac:spMkLst>
            <pc:docMk/>
            <pc:sldMk cId="0" sldId="261"/>
            <ac:spMk id="9" creationId="{00000000-0000-0000-0000-000000000000}"/>
          </ac:spMkLst>
        </pc:spChg>
        <pc:spChg chg="del mod">
          <ac:chgData name="Oldham, Lidiya" userId="a8c61847-7502-4430-8290-d1a51f7afe71" providerId="ADAL" clId="{C5013AFF-2F92-41AE-8711-1E85F92DE669}" dt="2026-02-13T15:16:18.906" v="74" actId="478"/>
          <ac:spMkLst>
            <pc:docMk/>
            <pc:sldMk cId="0" sldId="261"/>
            <ac:spMk id="10" creationId="{00000000-0000-0000-0000-000000000000}"/>
          </ac:spMkLst>
        </pc:spChg>
        <pc:spChg chg="del mod">
          <ac:chgData name="Oldham, Lidiya" userId="a8c61847-7502-4430-8290-d1a51f7afe71" providerId="ADAL" clId="{C5013AFF-2F92-41AE-8711-1E85F92DE669}" dt="2026-02-13T15:16:24.991" v="75" actId="478"/>
          <ac:spMkLst>
            <pc:docMk/>
            <pc:sldMk cId="0" sldId="261"/>
            <ac:spMk id="11" creationId="{00000000-0000-0000-0000-000000000000}"/>
          </ac:spMkLst>
        </pc:spChg>
        <pc:spChg chg="del mod">
          <ac:chgData name="Oldham, Lidiya" userId="a8c61847-7502-4430-8290-d1a51f7afe71" providerId="ADAL" clId="{C5013AFF-2F92-41AE-8711-1E85F92DE669}" dt="2026-02-13T15:16:28.200" v="76" actId="478"/>
          <ac:spMkLst>
            <pc:docMk/>
            <pc:sldMk cId="0" sldId="261"/>
            <ac:spMk id="12" creationId="{00000000-0000-0000-0000-000000000000}"/>
          </ac:spMkLst>
        </pc:spChg>
        <pc:picChg chg="mod">
          <ac:chgData name="Oldham, Lidiya" userId="a8c61847-7502-4430-8290-d1a51f7afe71" providerId="ADAL" clId="{C5013AFF-2F92-41AE-8711-1E85F92DE669}" dt="2026-02-13T15:56:12.257" v="357" actId="1076"/>
          <ac:picMkLst>
            <pc:docMk/>
            <pc:sldMk cId="0" sldId="261"/>
            <ac:picMk id="14" creationId="{256C9C1F-0780-F558-380C-CDBEE2F28B33}"/>
          </ac:picMkLst>
        </pc:picChg>
        <pc:picChg chg="add mod">
          <ac:chgData name="Oldham, Lidiya" userId="a8c61847-7502-4430-8290-d1a51f7afe71" providerId="ADAL" clId="{C5013AFF-2F92-41AE-8711-1E85F92DE669}" dt="2026-02-13T15:37:18.104" v="170" actId="14100"/>
          <ac:picMkLst>
            <pc:docMk/>
            <pc:sldMk cId="0" sldId="261"/>
            <ac:picMk id="15" creationId="{39F8A925-F610-E607-7277-7453BC44C8DB}"/>
          </ac:picMkLst>
        </pc:picChg>
      </pc:sldChg>
      <pc:sldChg chg="addSp delSp modSp mod setBg">
        <pc:chgData name="Oldham, Lidiya" userId="a8c61847-7502-4430-8290-d1a51f7afe71" providerId="ADAL" clId="{C5013AFF-2F92-41AE-8711-1E85F92DE669}" dt="2026-02-13T18:24:09.142" v="610"/>
        <pc:sldMkLst>
          <pc:docMk/>
          <pc:sldMk cId="0" sldId="262"/>
        </pc:sldMkLst>
        <pc:spChg chg="mod">
          <ac:chgData name="Oldham, Lidiya" userId="a8c61847-7502-4430-8290-d1a51f7afe71" providerId="ADAL" clId="{C5013AFF-2F92-41AE-8711-1E85F92DE669}" dt="2026-02-13T16:03:56.271" v="386" actId="207"/>
          <ac:spMkLst>
            <pc:docMk/>
            <pc:sldMk cId="0" sldId="262"/>
            <ac:spMk id="2" creationId="{00000000-0000-0000-0000-000000000000}"/>
          </ac:spMkLst>
        </pc:spChg>
        <pc:spChg chg="mod">
          <ac:chgData name="Oldham, Lidiya" userId="a8c61847-7502-4430-8290-d1a51f7afe71" providerId="ADAL" clId="{C5013AFF-2F92-41AE-8711-1E85F92DE669}" dt="2026-02-13T16:04:03.321" v="387" actId="207"/>
          <ac:spMkLst>
            <pc:docMk/>
            <pc:sldMk cId="0" sldId="262"/>
            <ac:spMk id="3" creationId="{00000000-0000-0000-0000-000000000000}"/>
          </ac:spMkLst>
        </pc:spChg>
        <pc:spChg chg="add del mod">
          <ac:chgData name="Oldham, Lidiya" userId="a8c61847-7502-4430-8290-d1a51f7afe71" providerId="ADAL" clId="{C5013AFF-2F92-41AE-8711-1E85F92DE669}" dt="2026-02-13T18:24:09.142" v="610"/>
          <ac:spMkLst>
            <pc:docMk/>
            <pc:sldMk cId="0" sldId="262"/>
            <ac:spMk id="4" creationId="{04B9E9CF-2E5D-1119-95B9-F66BCBD90FC7}"/>
          </ac:spMkLst>
        </pc:spChg>
        <pc:graphicFrameChg chg="del mod modGraphic">
          <ac:chgData name="Oldham, Lidiya" userId="a8c61847-7502-4430-8290-d1a51f7afe71" providerId="ADAL" clId="{C5013AFF-2F92-41AE-8711-1E85F92DE669}" dt="2026-02-13T18:14:38.814" v="589" actId="478"/>
          <ac:graphicFrameMkLst>
            <pc:docMk/>
            <pc:sldMk cId="0" sldId="262"/>
            <ac:graphicFrameMk id="8" creationId="{00000000-0000-0000-0000-000000000000}"/>
          </ac:graphicFrameMkLst>
        </pc:graphicFrameChg>
        <pc:picChg chg="mod">
          <ac:chgData name="Oldham, Lidiya" userId="a8c61847-7502-4430-8290-d1a51f7afe71" providerId="ADAL" clId="{C5013AFF-2F92-41AE-8711-1E85F92DE669}" dt="2026-02-13T15:56:26.781" v="358" actId="1076"/>
          <ac:picMkLst>
            <pc:docMk/>
            <pc:sldMk cId="0" sldId="262"/>
            <ac:picMk id="6" creationId="{E57C551E-A9EF-344F-3058-D3851C18C93F}"/>
          </ac:picMkLst>
        </pc:picChg>
        <pc:picChg chg="add mod">
          <ac:chgData name="Oldham, Lidiya" userId="a8c61847-7502-4430-8290-d1a51f7afe71" providerId="ADAL" clId="{C5013AFF-2F92-41AE-8711-1E85F92DE669}" dt="2026-02-13T18:24:07.349" v="608" actId="1076"/>
          <ac:picMkLst>
            <pc:docMk/>
            <pc:sldMk cId="0" sldId="262"/>
            <ac:picMk id="2050" creationId="{9694A630-B303-5537-6DD3-85020395B42C}"/>
          </ac:picMkLst>
        </pc:picChg>
      </pc:sldChg>
      <pc:sldChg chg="modSp mod setBg">
        <pc:chgData name="Oldham, Lidiya" userId="a8c61847-7502-4430-8290-d1a51f7afe71" providerId="ADAL" clId="{C5013AFF-2F92-41AE-8711-1E85F92DE669}" dt="2026-02-13T16:29:39.341" v="505" actId="1076"/>
        <pc:sldMkLst>
          <pc:docMk/>
          <pc:sldMk cId="0" sldId="263"/>
        </pc:sldMkLst>
        <pc:spChg chg="mod">
          <ac:chgData name="Oldham, Lidiya" userId="a8c61847-7502-4430-8290-d1a51f7afe71" providerId="ADAL" clId="{C5013AFF-2F92-41AE-8711-1E85F92DE669}" dt="2026-02-13T16:04:14.859" v="388" actId="207"/>
          <ac:spMkLst>
            <pc:docMk/>
            <pc:sldMk cId="0" sldId="263"/>
            <ac:spMk id="2" creationId="{00000000-0000-0000-0000-000000000000}"/>
          </ac:spMkLst>
        </pc:spChg>
        <pc:spChg chg="mod">
          <ac:chgData name="Oldham, Lidiya" userId="a8c61847-7502-4430-8290-d1a51f7afe71" providerId="ADAL" clId="{C5013AFF-2F92-41AE-8711-1E85F92DE669}" dt="2026-02-13T16:20:37.399" v="440" actId="208"/>
          <ac:spMkLst>
            <pc:docMk/>
            <pc:sldMk cId="0" sldId="263"/>
            <ac:spMk id="3" creationId="{00000000-0000-0000-0000-000000000000}"/>
          </ac:spMkLst>
        </pc:spChg>
        <pc:spChg chg="mod">
          <ac:chgData name="Oldham, Lidiya" userId="a8c61847-7502-4430-8290-d1a51f7afe71" providerId="ADAL" clId="{C5013AFF-2F92-41AE-8711-1E85F92DE669}" dt="2026-02-13T16:04:24.031" v="389" actId="207"/>
          <ac:spMkLst>
            <pc:docMk/>
            <pc:sldMk cId="0" sldId="263"/>
            <ac:spMk id="5" creationId="{00000000-0000-0000-0000-000000000000}"/>
          </ac:spMkLst>
        </pc:spChg>
        <pc:spChg chg="mod">
          <ac:chgData name="Oldham, Lidiya" userId="a8c61847-7502-4430-8290-d1a51f7afe71" providerId="ADAL" clId="{C5013AFF-2F92-41AE-8711-1E85F92DE669}" dt="2026-02-13T16:21:30.494" v="448" actId="20577"/>
          <ac:spMkLst>
            <pc:docMk/>
            <pc:sldMk cId="0" sldId="263"/>
            <ac:spMk id="6" creationId="{00000000-0000-0000-0000-000000000000}"/>
          </ac:spMkLst>
        </pc:spChg>
        <pc:spChg chg="mod">
          <ac:chgData name="Oldham, Lidiya" userId="a8c61847-7502-4430-8290-d1a51f7afe71" providerId="ADAL" clId="{C5013AFF-2F92-41AE-8711-1E85F92DE669}" dt="2026-02-13T16:29:39.341" v="505" actId="1076"/>
          <ac:spMkLst>
            <pc:docMk/>
            <pc:sldMk cId="0" sldId="263"/>
            <ac:spMk id="7" creationId="{00000000-0000-0000-0000-000000000000}"/>
          </ac:spMkLst>
        </pc:spChg>
        <pc:spChg chg="mod">
          <ac:chgData name="Oldham, Lidiya" userId="a8c61847-7502-4430-8290-d1a51f7afe71" providerId="ADAL" clId="{C5013AFF-2F92-41AE-8711-1E85F92DE669}" dt="2026-02-13T16:04:31.232" v="390" actId="207"/>
          <ac:spMkLst>
            <pc:docMk/>
            <pc:sldMk cId="0" sldId="263"/>
            <ac:spMk id="9" creationId="{00000000-0000-0000-0000-000000000000}"/>
          </ac:spMkLst>
        </pc:spChg>
        <pc:spChg chg="mod">
          <ac:chgData name="Oldham, Lidiya" userId="a8c61847-7502-4430-8290-d1a51f7afe71" providerId="ADAL" clId="{C5013AFF-2F92-41AE-8711-1E85F92DE669}" dt="2026-02-13T16:20:49.527" v="443" actId="208"/>
          <ac:spMkLst>
            <pc:docMk/>
            <pc:sldMk cId="0" sldId="263"/>
            <ac:spMk id="11" creationId="{00000000-0000-0000-0000-000000000000}"/>
          </ac:spMkLst>
        </pc:spChg>
        <pc:spChg chg="mod">
          <ac:chgData name="Oldham, Lidiya" userId="a8c61847-7502-4430-8290-d1a51f7afe71" providerId="ADAL" clId="{C5013AFF-2F92-41AE-8711-1E85F92DE669}" dt="2026-02-13T16:04:43.248" v="392" actId="207"/>
          <ac:spMkLst>
            <pc:docMk/>
            <pc:sldMk cId="0" sldId="263"/>
            <ac:spMk id="13" creationId="{00000000-0000-0000-0000-000000000000}"/>
          </ac:spMkLst>
        </pc:spChg>
        <pc:spChg chg="mod">
          <ac:chgData name="Oldham, Lidiya" userId="a8c61847-7502-4430-8290-d1a51f7afe71" providerId="ADAL" clId="{C5013AFF-2F92-41AE-8711-1E85F92DE669}" dt="2026-02-13T16:20:45.879" v="442" actId="208"/>
          <ac:spMkLst>
            <pc:docMk/>
            <pc:sldMk cId="0" sldId="263"/>
            <ac:spMk id="15" creationId="{00000000-0000-0000-0000-000000000000}"/>
          </ac:spMkLst>
        </pc:spChg>
        <pc:spChg chg="mod">
          <ac:chgData name="Oldham, Lidiya" userId="a8c61847-7502-4430-8290-d1a51f7afe71" providerId="ADAL" clId="{C5013AFF-2F92-41AE-8711-1E85F92DE669}" dt="2026-02-13T16:04:36.592" v="391" actId="207"/>
          <ac:spMkLst>
            <pc:docMk/>
            <pc:sldMk cId="0" sldId="263"/>
            <ac:spMk id="17" creationId="{00000000-0000-0000-0000-000000000000}"/>
          </ac:spMkLst>
        </pc:spChg>
        <pc:spChg chg="mod">
          <ac:chgData name="Oldham, Lidiya" userId="a8c61847-7502-4430-8290-d1a51f7afe71" providerId="ADAL" clId="{C5013AFF-2F92-41AE-8711-1E85F92DE669}" dt="2026-02-13T16:23:24.448" v="503" actId="20577"/>
          <ac:spMkLst>
            <pc:docMk/>
            <pc:sldMk cId="0" sldId="263"/>
            <ac:spMk id="19" creationId="{00000000-0000-0000-0000-000000000000}"/>
          </ac:spMkLst>
        </pc:spChg>
        <pc:picChg chg="mod">
          <ac:chgData name="Oldham, Lidiya" userId="a8c61847-7502-4430-8290-d1a51f7afe71" providerId="ADAL" clId="{C5013AFF-2F92-41AE-8711-1E85F92DE669}" dt="2026-02-13T15:56:38.674" v="359" actId="1076"/>
          <ac:picMkLst>
            <pc:docMk/>
            <pc:sldMk cId="0" sldId="263"/>
            <ac:picMk id="21" creationId="{4E263EF2-50FE-4A6C-B677-BC0CC0F45DE0}"/>
          </ac:picMkLst>
        </pc:picChg>
      </pc:sldChg>
      <pc:sldChg chg="addSp delSp modSp mod setBg">
        <pc:chgData name="Oldham, Lidiya" userId="a8c61847-7502-4430-8290-d1a51f7afe71" providerId="ADAL" clId="{C5013AFF-2F92-41AE-8711-1E85F92DE669}" dt="2026-02-13T16:52:35.910" v="551" actId="478"/>
        <pc:sldMkLst>
          <pc:docMk/>
          <pc:sldMk cId="0" sldId="264"/>
        </pc:sldMkLst>
        <pc:spChg chg="mod">
          <ac:chgData name="Oldham, Lidiya" userId="a8c61847-7502-4430-8290-d1a51f7afe71" providerId="ADAL" clId="{C5013AFF-2F92-41AE-8711-1E85F92DE669}" dt="2026-02-13T16:05:32.796" v="395" actId="207"/>
          <ac:spMkLst>
            <pc:docMk/>
            <pc:sldMk cId="0" sldId="264"/>
            <ac:spMk id="2" creationId="{00000000-0000-0000-0000-000000000000}"/>
          </ac:spMkLst>
        </pc:spChg>
        <pc:spChg chg="mod">
          <ac:chgData name="Oldham, Lidiya" userId="a8c61847-7502-4430-8290-d1a51f7afe71" providerId="ADAL" clId="{C5013AFF-2F92-41AE-8711-1E85F92DE669}" dt="2026-02-13T16:11:32.149" v="418" actId="1076"/>
          <ac:spMkLst>
            <pc:docMk/>
            <pc:sldMk cId="0" sldId="264"/>
            <ac:spMk id="3" creationId="{00000000-0000-0000-0000-000000000000}"/>
          </ac:spMkLst>
        </pc:spChg>
        <pc:spChg chg="mod">
          <ac:chgData name="Oldham, Lidiya" userId="a8c61847-7502-4430-8290-d1a51f7afe71" providerId="ADAL" clId="{C5013AFF-2F92-41AE-8711-1E85F92DE669}" dt="2026-02-13T16:05:20.518" v="394" actId="207"/>
          <ac:spMkLst>
            <pc:docMk/>
            <pc:sldMk cId="0" sldId="264"/>
            <ac:spMk id="4" creationId="{00000000-0000-0000-0000-000000000000}"/>
          </ac:spMkLst>
        </pc:spChg>
        <pc:picChg chg="add del mod">
          <ac:chgData name="Oldham, Lidiya" userId="a8c61847-7502-4430-8290-d1a51f7afe71" providerId="ADAL" clId="{C5013AFF-2F92-41AE-8711-1E85F92DE669}" dt="2026-02-13T15:57:51.540" v="362" actId="478"/>
          <ac:picMkLst>
            <pc:docMk/>
            <pc:sldMk cId="0" sldId="264"/>
            <ac:picMk id="6" creationId="{2368EBF3-834B-0133-79B2-1EAF2774A7F7}"/>
          </ac:picMkLst>
        </pc:picChg>
        <pc:picChg chg="add del mod">
          <ac:chgData name="Oldham, Lidiya" userId="a8c61847-7502-4430-8290-d1a51f7afe71" providerId="ADAL" clId="{C5013AFF-2F92-41AE-8711-1E85F92DE669}" dt="2026-02-13T16:52:33.926" v="550" actId="478"/>
          <ac:picMkLst>
            <pc:docMk/>
            <pc:sldMk cId="0" sldId="264"/>
            <ac:picMk id="8" creationId="{B5C855B6-C7BC-C809-B9A2-192AE8D11246}"/>
          </ac:picMkLst>
        </pc:picChg>
        <pc:picChg chg="add del mod">
          <ac:chgData name="Oldham, Lidiya" userId="a8c61847-7502-4430-8290-d1a51f7afe71" providerId="ADAL" clId="{C5013AFF-2F92-41AE-8711-1E85F92DE669}" dt="2026-02-13T16:52:28.870" v="548" actId="478"/>
          <ac:picMkLst>
            <pc:docMk/>
            <pc:sldMk cId="0" sldId="264"/>
            <ac:picMk id="11" creationId="{8ABF4654-C696-3462-1C53-0D00F7F3F085}"/>
          </ac:picMkLst>
        </pc:picChg>
        <pc:picChg chg="add del mod">
          <ac:chgData name="Oldham, Lidiya" userId="a8c61847-7502-4430-8290-d1a51f7afe71" providerId="ADAL" clId="{C5013AFF-2F92-41AE-8711-1E85F92DE669}" dt="2026-02-13T16:52:31.996" v="549" actId="478"/>
          <ac:picMkLst>
            <pc:docMk/>
            <pc:sldMk cId="0" sldId="264"/>
            <ac:picMk id="15" creationId="{F54324FB-8E01-A965-F4AF-5A682865122F}"/>
          </ac:picMkLst>
        </pc:picChg>
        <pc:picChg chg="add del mod">
          <ac:chgData name="Oldham, Lidiya" userId="a8c61847-7502-4430-8290-d1a51f7afe71" providerId="ADAL" clId="{C5013AFF-2F92-41AE-8711-1E85F92DE669}" dt="2026-02-13T16:52:35.910" v="551" actId="478"/>
          <ac:picMkLst>
            <pc:docMk/>
            <pc:sldMk cId="0" sldId="264"/>
            <ac:picMk id="17" creationId="{51DB0DFE-1CB3-9EBD-5836-DBF9995B99C5}"/>
          </ac:picMkLst>
        </pc:picChg>
      </pc:sldChg>
      <pc:sldChg chg="addSp modSp mod ord">
        <pc:chgData name="Oldham, Lidiya" userId="a8c61847-7502-4430-8290-d1a51f7afe71" providerId="ADAL" clId="{C5013AFF-2F92-41AE-8711-1E85F92DE669}" dt="2026-02-13T16:19:41.047" v="437" actId="207"/>
        <pc:sldMkLst>
          <pc:docMk/>
          <pc:sldMk cId="0" sldId="266"/>
        </pc:sldMkLst>
        <pc:spChg chg="mod">
          <ac:chgData name="Oldham, Lidiya" userId="a8c61847-7502-4430-8290-d1a51f7afe71" providerId="ADAL" clId="{C5013AFF-2F92-41AE-8711-1E85F92DE669}" dt="2026-02-13T16:15:56.446" v="430" actId="2711"/>
          <ac:spMkLst>
            <pc:docMk/>
            <pc:sldMk cId="0" sldId="266"/>
            <ac:spMk id="2" creationId="{00000000-0000-0000-0000-000000000000}"/>
          </ac:spMkLst>
        </pc:spChg>
        <pc:spChg chg="mod">
          <ac:chgData name="Oldham, Lidiya" userId="a8c61847-7502-4430-8290-d1a51f7afe71" providerId="ADAL" clId="{C5013AFF-2F92-41AE-8711-1E85F92DE669}" dt="2026-02-13T16:19:22.691" v="434" actId="207"/>
          <ac:spMkLst>
            <pc:docMk/>
            <pc:sldMk cId="0" sldId="266"/>
            <ac:spMk id="4" creationId="{00000000-0000-0000-0000-000000000000}"/>
          </ac:spMkLst>
        </pc:spChg>
        <pc:spChg chg="mod">
          <ac:chgData name="Oldham, Lidiya" userId="a8c61847-7502-4430-8290-d1a51f7afe71" providerId="ADAL" clId="{C5013AFF-2F92-41AE-8711-1E85F92DE669}" dt="2026-02-13T14:17:03.083" v="0" actId="1076"/>
          <ac:spMkLst>
            <pc:docMk/>
            <pc:sldMk cId="0" sldId="266"/>
            <ac:spMk id="9" creationId="{00000000-0000-0000-0000-000000000000}"/>
          </ac:spMkLst>
        </pc:spChg>
        <pc:spChg chg="mod">
          <ac:chgData name="Oldham, Lidiya" userId="a8c61847-7502-4430-8290-d1a51f7afe71" providerId="ADAL" clId="{C5013AFF-2F92-41AE-8711-1E85F92DE669}" dt="2026-02-13T16:19:28.372" v="435" actId="207"/>
          <ac:spMkLst>
            <pc:docMk/>
            <pc:sldMk cId="0" sldId="266"/>
            <ac:spMk id="10" creationId="{00000000-0000-0000-0000-000000000000}"/>
          </ac:spMkLst>
        </pc:spChg>
        <pc:spChg chg="mod">
          <ac:chgData name="Oldham, Lidiya" userId="a8c61847-7502-4430-8290-d1a51f7afe71" providerId="ADAL" clId="{C5013AFF-2F92-41AE-8711-1E85F92DE669}" dt="2026-02-13T16:19:41.047" v="437" actId="207"/>
          <ac:spMkLst>
            <pc:docMk/>
            <pc:sldMk cId="0" sldId="266"/>
            <ac:spMk id="16" creationId="{00000000-0000-0000-0000-000000000000}"/>
          </ac:spMkLst>
        </pc:spChg>
        <pc:spChg chg="mod">
          <ac:chgData name="Oldham, Lidiya" userId="a8c61847-7502-4430-8290-d1a51f7afe71" providerId="ADAL" clId="{C5013AFF-2F92-41AE-8711-1E85F92DE669}" dt="2026-02-13T14:17:09.136" v="1" actId="1076"/>
          <ac:spMkLst>
            <pc:docMk/>
            <pc:sldMk cId="0" sldId="266"/>
            <ac:spMk id="21" creationId="{00000000-0000-0000-0000-000000000000}"/>
          </ac:spMkLst>
        </pc:spChg>
        <pc:spChg chg="mod">
          <ac:chgData name="Oldham, Lidiya" userId="a8c61847-7502-4430-8290-d1a51f7afe71" providerId="ADAL" clId="{C5013AFF-2F92-41AE-8711-1E85F92DE669}" dt="2026-02-13T16:19:34.018" v="436" actId="207"/>
          <ac:spMkLst>
            <pc:docMk/>
            <pc:sldMk cId="0" sldId="266"/>
            <ac:spMk id="22" creationId="{00000000-0000-0000-0000-000000000000}"/>
          </ac:spMkLst>
        </pc:spChg>
        <pc:spChg chg="mod">
          <ac:chgData name="Oldham, Lidiya" userId="a8c61847-7502-4430-8290-d1a51f7afe71" providerId="ADAL" clId="{C5013AFF-2F92-41AE-8711-1E85F92DE669}" dt="2026-02-13T15:55:36.355" v="354" actId="1076"/>
          <ac:spMkLst>
            <pc:docMk/>
            <pc:sldMk cId="0" sldId="266"/>
            <ac:spMk id="27" creationId="{00000000-0000-0000-0000-000000000000}"/>
          </ac:spMkLst>
        </pc:spChg>
        <pc:spChg chg="mod">
          <ac:chgData name="Oldham, Lidiya" userId="a8c61847-7502-4430-8290-d1a51f7afe71" providerId="ADAL" clId="{C5013AFF-2F92-41AE-8711-1E85F92DE669}" dt="2026-02-13T15:55:42.651" v="355" actId="1076"/>
          <ac:spMkLst>
            <pc:docMk/>
            <pc:sldMk cId="0" sldId="266"/>
            <ac:spMk id="28" creationId="{00000000-0000-0000-0000-000000000000}"/>
          </ac:spMkLst>
        </pc:spChg>
        <pc:picChg chg="add mod">
          <ac:chgData name="Oldham, Lidiya" userId="a8c61847-7502-4430-8290-d1a51f7afe71" providerId="ADAL" clId="{C5013AFF-2F92-41AE-8711-1E85F92DE669}" dt="2026-02-13T15:55:49.496" v="356" actId="1076"/>
          <ac:picMkLst>
            <pc:docMk/>
            <pc:sldMk cId="0" sldId="266"/>
            <ac:picMk id="30" creationId="{4EB1AAC7-D2B1-EB1A-2BAC-9541FA56A46E}"/>
          </ac:picMkLst>
        </pc:picChg>
      </pc:sldChg>
      <pc:sldChg chg="new del">
        <pc:chgData name="Oldham, Lidiya" userId="a8c61847-7502-4430-8290-d1a51f7afe71" providerId="ADAL" clId="{C5013AFF-2F92-41AE-8711-1E85F92DE669}" dt="2026-02-13T14:55:12.438" v="8" actId="47"/>
        <pc:sldMkLst>
          <pc:docMk/>
          <pc:sldMk cId="3773077417" sldId="267"/>
        </pc:sldMkLst>
      </pc:sldChg>
      <pc:sldChg chg="modSp add mod setBg">
        <pc:chgData name="Oldham, Lidiya" userId="a8c61847-7502-4430-8290-d1a51f7afe71" providerId="ADAL" clId="{C5013AFF-2F92-41AE-8711-1E85F92DE669}" dt="2026-02-13T16:16:11.333" v="432" actId="2711"/>
        <pc:sldMkLst>
          <pc:docMk/>
          <pc:sldMk cId="3664579516" sldId="1520"/>
        </pc:sldMkLst>
        <pc:spChg chg="mod">
          <ac:chgData name="Oldham, Lidiya" userId="a8c61847-7502-4430-8290-d1a51f7afe71" providerId="ADAL" clId="{C5013AFF-2F92-41AE-8711-1E85F92DE669}" dt="2026-02-13T16:16:11.333" v="432" actId="2711"/>
          <ac:spMkLst>
            <pc:docMk/>
            <pc:sldMk cId="3664579516" sldId="1520"/>
            <ac:spMk id="2" creationId="{ABCB9519-237E-F154-0775-DC5A3CDF75BA}"/>
          </ac:spMkLst>
        </pc:spChg>
        <pc:spChg chg="mod">
          <ac:chgData name="Oldham, Lidiya" userId="a8c61847-7502-4430-8290-d1a51f7afe71" providerId="ADAL" clId="{C5013AFF-2F92-41AE-8711-1E85F92DE669}" dt="2026-02-13T15:20:10.365" v="84" actId="1076"/>
          <ac:spMkLst>
            <pc:docMk/>
            <pc:sldMk cId="3664579516" sldId="1520"/>
            <ac:spMk id="3" creationId="{638ACC6B-C7FD-0935-2022-57CCC9D64B5D}"/>
          </ac:spMkLst>
        </pc:spChg>
        <pc:spChg chg="mod">
          <ac:chgData name="Oldham, Lidiya" userId="a8c61847-7502-4430-8290-d1a51f7afe71" providerId="ADAL" clId="{C5013AFF-2F92-41AE-8711-1E85F92DE669}" dt="2026-02-13T16:12:36.593" v="421" actId="255"/>
          <ac:spMkLst>
            <pc:docMk/>
            <pc:sldMk cId="3664579516" sldId="1520"/>
            <ac:spMk id="13" creationId="{D0D99CEC-9334-8963-CFA1-4EDAD4BA1ED6}"/>
          </ac:spMkLst>
        </pc:spChg>
        <pc:cxnChg chg="mod">
          <ac:chgData name="Oldham, Lidiya" userId="a8c61847-7502-4430-8290-d1a51f7afe71" providerId="ADAL" clId="{C5013AFF-2F92-41AE-8711-1E85F92DE669}" dt="2026-02-13T14:55:24.140" v="9" actId="1076"/>
          <ac:cxnSpMkLst>
            <pc:docMk/>
            <pc:sldMk cId="3664579516" sldId="1520"/>
            <ac:cxnSpMk id="14" creationId="{DD97F5B1-34BB-23DE-770B-6B49FE84CB10}"/>
          </ac:cxnSpMkLst>
        </pc:cxnChg>
        <pc:cxnChg chg="mod">
          <ac:chgData name="Oldham, Lidiya" userId="a8c61847-7502-4430-8290-d1a51f7afe71" providerId="ADAL" clId="{C5013AFF-2F92-41AE-8711-1E85F92DE669}" dt="2026-02-13T15:20:20.938" v="85" actId="1076"/>
          <ac:cxnSpMkLst>
            <pc:docMk/>
            <pc:sldMk cId="3664579516" sldId="1520"/>
            <ac:cxnSpMk id="15" creationId="{CFC6B546-7068-A116-3539-B11C6AFAF3B5}"/>
          </ac:cxnSpMkLst>
        </pc:cxnChg>
        <pc:cxnChg chg="mod">
          <ac:chgData name="Oldham, Lidiya" userId="a8c61847-7502-4430-8290-d1a51f7afe71" providerId="ADAL" clId="{C5013AFF-2F92-41AE-8711-1E85F92DE669}" dt="2026-02-13T14:56:33.121" v="17" actId="1076"/>
          <ac:cxnSpMkLst>
            <pc:docMk/>
            <pc:sldMk cId="3664579516" sldId="1520"/>
            <ac:cxnSpMk id="16" creationId="{2FA5D05D-6EE5-93BA-BF4A-AC98C141184A}"/>
          </ac:cxnSpMkLst>
        </pc:cxnChg>
        <pc:cxnChg chg="mod">
          <ac:chgData name="Oldham, Lidiya" userId="a8c61847-7502-4430-8290-d1a51f7afe71" providerId="ADAL" clId="{C5013AFF-2F92-41AE-8711-1E85F92DE669}" dt="2026-02-13T14:56:54.180" v="21" actId="1076"/>
          <ac:cxnSpMkLst>
            <pc:docMk/>
            <pc:sldMk cId="3664579516" sldId="1520"/>
            <ac:cxnSpMk id="17" creationId="{5DF8D77A-B5A1-6B15-D18A-690F3F232EF8}"/>
          </ac:cxnSpMkLst>
        </pc:cxnChg>
      </pc:sldChg>
      <pc:sldChg chg="new del">
        <pc:chgData name="Oldham, Lidiya" userId="a8c61847-7502-4430-8290-d1a51f7afe71" providerId="ADAL" clId="{C5013AFF-2F92-41AE-8711-1E85F92DE669}" dt="2026-02-13T15:08:18.500" v="46" actId="47"/>
        <pc:sldMkLst>
          <pc:docMk/>
          <pc:sldMk cId="3704505387" sldId="1521"/>
        </pc:sldMkLst>
      </pc:sldChg>
      <pc:sldChg chg="modSp add mod">
        <pc:chgData name="Oldham, Lidiya" userId="a8c61847-7502-4430-8290-d1a51f7afe71" providerId="ADAL" clId="{C5013AFF-2F92-41AE-8711-1E85F92DE669}" dt="2026-02-13T16:16:26.901" v="433" actId="2711"/>
        <pc:sldMkLst>
          <pc:docMk/>
          <pc:sldMk cId="2938694295" sldId="1526"/>
        </pc:sldMkLst>
        <pc:spChg chg="mod">
          <ac:chgData name="Oldham, Lidiya" userId="a8c61847-7502-4430-8290-d1a51f7afe71" providerId="ADAL" clId="{C5013AFF-2F92-41AE-8711-1E85F92DE669}" dt="2026-02-13T16:16:26.901" v="433" actId="2711"/>
          <ac:spMkLst>
            <pc:docMk/>
            <pc:sldMk cId="2938694295" sldId="1526"/>
            <ac:spMk id="2" creationId="{C9704AC0-0125-F6E0-7770-92C550EEF742}"/>
          </ac:spMkLst>
        </pc:spChg>
        <pc:spChg chg="mod">
          <ac:chgData name="Oldham, Lidiya" userId="a8c61847-7502-4430-8290-d1a51f7afe71" providerId="ADAL" clId="{C5013AFF-2F92-41AE-8711-1E85F92DE669}" dt="2026-02-13T15:14:04.796" v="63" actId="16037"/>
          <ac:spMkLst>
            <pc:docMk/>
            <pc:sldMk cId="2938694295" sldId="1526"/>
            <ac:spMk id="5" creationId="{B101F742-2B00-740F-1677-5D44392D13B1}"/>
          </ac:spMkLst>
        </pc:spChg>
        <pc:spChg chg="mod">
          <ac:chgData name="Oldham, Lidiya" userId="a8c61847-7502-4430-8290-d1a51f7afe71" providerId="ADAL" clId="{C5013AFF-2F92-41AE-8711-1E85F92DE669}" dt="2026-02-13T16:00:07.032" v="368" actId="207"/>
          <ac:spMkLst>
            <pc:docMk/>
            <pc:sldMk cId="2938694295" sldId="1526"/>
            <ac:spMk id="6" creationId="{B5FD0A64-4488-11C7-BB4D-872035545982}"/>
          </ac:spMkLst>
        </pc:spChg>
      </pc:sldChg>
      <pc:sldMasterChg chg="setBg modSldLayout">
        <pc:chgData name="Oldham, Lidiya" userId="a8c61847-7502-4430-8290-d1a51f7afe71" providerId="ADAL" clId="{C5013AFF-2F92-41AE-8711-1E85F92DE669}" dt="2026-02-13T15:15:09.304" v="65"/>
        <pc:sldMasterMkLst>
          <pc:docMk/>
          <pc:sldMasterMk cId="2895169677" sldId="2147483652"/>
        </pc:sldMasterMkLst>
        <pc:sldLayoutChg chg="setBg">
          <pc:chgData name="Oldham, Lidiya" userId="a8c61847-7502-4430-8290-d1a51f7afe71" providerId="ADAL" clId="{C5013AFF-2F92-41AE-8711-1E85F92DE669}" dt="2026-02-13T15:13:31.001" v="62"/>
          <pc:sldLayoutMkLst>
            <pc:docMk/>
            <pc:sldMasterMk cId="2895169677" sldId="2147483652"/>
            <pc:sldLayoutMk cId="1849299902" sldId="2147483664"/>
          </pc:sldLayoutMkLst>
        </pc:sldLayoutChg>
        <pc:sldLayoutChg chg="setBg">
          <pc:chgData name="Oldham, Lidiya" userId="a8c61847-7502-4430-8290-d1a51f7afe71" providerId="ADAL" clId="{C5013AFF-2F92-41AE-8711-1E85F92DE669}" dt="2026-02-13T15:13:31.001" v="62"/>
          <pc:sldLayoutMkLst>
            <pc:docMk/>
            <pc:sldMasterMk cId="2895169677" sldId="2147483652"/>
            <pc:sldLayoutMk cId="2666826343" sldId="2147483665"/>
          </pc:sldLayoutMkLst>
        </pc:sldLayoutChg>
        <pc:sldLayoutChg chg="setBg">
          <pc:chgData name="Oldham, Lidiya" userId="a8c61847-7502-4430-8290-d1a51f7afe71" providerId="ADAL" clId="{C5013AFF-2F92-41AE-8711-1E85F92DE669}" dt="2026-02-13T15:13:31.001" v="62"/>
          <pc:sldLayoutMkLst>
            <pc:docMk/>
            <pc:sldMasterMk cId="2895169677" sldId="2147483652"/>
            <pc:sldLayoutMk cId="3208034061" sldId="2147483666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600" b="0" i="0" u="none" strike="noStrike">
                <a:solidFill>
                  <a:srgbClr val="000000"/>
                </a:solidFill>
                <a:latin typeface="Arial"/>
              </a:rPr>
              <a:t>Competitor SET Market Share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Owner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82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1DB-4800-8131-E4BE6B16E40B}"/>
              </c:ext>
            </c:extLst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1DB-4800-8131-E4BE6B16E40B}"/>
              </c:ext>
            </c:extLst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1DB-4800-8131-E4BE6B16E40B}"/>
              </c:ext>
            </c:extLst>
          </c:dPt>
          <c:dPt>
            <c:idx val="3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1DB-4800-8131-E4BE6B16E40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1DB-4800-8131-E4BE6B16E40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1DB-4800-8131-E4BE6B16E40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1DB-4800-8131-E4BE6B16E40B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1DB-4800-8131-E4BE6B16E40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Daher Owner</c:v>
                </c:pt>
                <c:pt idx="1">
                  <c:v>Piper Owner</c:v>
                </c:pt>
                <c:pt idx="2">
                  <c:v>Pilatus Owner</c:v>
                </c:pt>
                <c:pt idx="3">
                  <c:v>Multi-Competitor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857</c:v>
                </c:pt>
                <c:pt idx="1">
                  <c:v>672</c:v>
                </c:pt>
                <c:pt idx="2">
                  <c:v>1085</c:v>
                </c:pt>
                <c:pt idx="3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1DB-4800-8131-E4BE6B16E4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600" b="0" i="0" u="none" strike="noStrike">
                <a:solidFill>
                  <a:srgbClr val="000000"/>
                </a:solidFill>
                <a:latin typeface="Arial"/>
              </a:rPr>
              <a:t>Fleet Age - Replacement Window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50985803373415528"/>
          <c:y val="0.21656602323428961"/>
          <c:w val="0.41149209546481114"/>
          <c:h val="0.6682862230657787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Fleet Age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Under 5 yrs</c:v>
                </c:pt>
                <c:pt idx="1">
                  <c:v>5-10 yrs</c:v>
                </c:pt>
                <c:pt idx="2">
                  <c:v>10-15 yrs</c:v>
                </c:pt>
                <c:pt idx="3">
                  <c:v>15-25 yrs</c:v>
                </c:pt>
                <c:pt idx="4">
                  <c:v>Over 25 yrs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614</c:v>
                </c:pt>
                <c:pt idx="1">
                  <c:v>501</c:v>
                </c:pt>
                <c:pt idx="2">
                  <c:v>414</c:v>
                </c:pt>
                <c:pt idx="3">
                  <c:v>934</c:v>
                </c:pt>
                <c:pt idx="4">
                  <c:v>270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71-4637-BEE3-0F7325359F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Aging SET - Hot Lead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Zone 1 - West</c:v>
                </c:pt>
                <c:pt idx="1">
                  <c:v>Zone 2 - Central</c:v>
                </c:pt>
                <c:pt idx="2">
                  <c:v>Zone 3 - East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640</c:v>
                </c:pt>
                <c:pt idx="1">
                  <c:v>428</c:v>
                </c:pt>
                <c:pt idx="2">
                  <c:v>461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7B-4814-B670-347B59A46B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Current SET - Nurture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Zone 1 - West</c:v>
                </c:pt>
                <c:pt idx="1">
                  <c:v>Zone 2 - Central</c:v>
                </c:pt>
                <c:pt idx="2">
                  <c:v>Zone 3 - East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633</c:v>
                </c:pt>
                <c:pt idx="1">
                  <c:v>588</c:v>
                </c:pt>
                <c:pt idx="2">
                  <c:v>877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F7B-4814-B670-347B59A46BC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Textron Cross-Sell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Zone 1 - West</c:v>
                </c:pt>
                <c:pt idx="1">
                  <c:v>Zone 2 - Central</c:v>
                </c:pt>
                <c:pt idx="2">
                  <c:v>Zone 3 - East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777</c:v>
                </c:pt>
                <c:pt idx="1">
                  <c:v>811</c:v>
                </c:pt>
                <c:pt idx="2">
                  <c:v>825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F7B-4814-B670-347B59A46B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</a:rPr>
              <a:t>Operating Cost Comparison ($/hr)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Operating Cost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Min. Denali Cost</c:v>
                </c:pt>
                <c:pt idx="1">
                  <c:v>Min. King Air Cost</c:v>
                </c:pt>
                <c:pt idx="2">
                  <c:v>Min. PC-12 Cost</c:v>
                </c:pt>
                <c:pt idx="3">
                  <c:v>Min. TBM 960 Cost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755</c:v>
                </c:pt>
                <c:pt idx="1">
                  <c:v>1371</c:v>
                </c:pt>
                <c:pt idx="2">
                  <c:v>1038</c:v>
                </c:pt>
                <c:pt idx="3">
                  <c:v>1038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B3-4679-9F54-A535AA24FAB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Tour Cost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Min. Denali Cost</c:v>
                </c:pt>
                <c:pt idx="1">
                  <c:v>Min. King Air Cost</c:v>
                </c:pt>
                <c:pt idx="2">
                  <c:v>Min. PC-12 Cost</c:v>
                </c:pt>
                <c:pt idx="3">
                  <c:v>Min. TBM 960 Cost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40.723999999999997</c:v>
                </c:pt>
                <c:pt idx="1">
                  <c:v>40.723999999999997</c:v>
                </c:pt>
                <c:pt idx="2">
                  <c:v>40.723999999999997</c:v>
                </c:pt>
                <c:pt idx="3">
                  <c:v>40.723999999999997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B3-4679-9F54-A535AA24FA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884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4900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77754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4066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18167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72660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34099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21486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25318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19625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2417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04345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24548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5785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2322" y="758952"/>
            <a:ext cx="3536152" cy="834115"/>
          </a:xfrm>
        </p:spPr>
        <p:txBody>
          <a:bodyPr anchor="b"/>
          <a:lstStyle>
            <a:lvl1pPr>
              <a:defRPr sz="45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9928" y="0"/>
            <a:ext cx="2127653" cy="47320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65933" y="0"/>
            <a:ext cx="695310" cy="473202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A9F1854-4AF0-ED49-AE83-182A816927B5}" type="datetime1">
              <a:rPr lang="en-US" smtClean="0"/>
              <a:pPr/>
              <a:t>2/13/2026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5522" y="473203"/>
            <a:ext cx="4239352" cy="419404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45766" y="1872143"/>
            <a:ext cx="3522707" cy="279510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23568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Welc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522" y="751286"/>
            <a:ext cx="4239348" cy="1960002"/>
          </a:xfrm>
        </p:spPr>
        <p:txBody>
          <a:bodyPr anchor="b">
            <a:noAutofit/>
          </a:bodyPr>
          <a:lstStyle>
            <a:lvl1pPr>
              <a:defRPr sz="4500" u="sng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5522" y="0"/>
            <a:ext cx="3246374" cy="47320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4011" y="0"/>
            <a:ext cx="707231" cy="47320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F2758A-C3D6-E84B-B3E9-757EFEF52D55}" type="datetime1">
              <a:rPr lang="en-US" smtClean="0"/>
              <a:pPr/>
              <a:t>2/13/2026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1030" y="0"/>
            <a:ext cx="417444" cy="47320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522" y="2997037"/>
            <a:ext cx="4239348" cy="1670213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>
              <a:lnSpc>
                <a:spcPct val="12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Picture Placeholder 7">
            <a:extLst>
              <a:ext uri="{FF2B5EF4-FFF2-40B4-BE49-F238E27FC236}">
                <a16:creationId xmlns:a16="http://schemas.microsoft.com/office/drawing/2014/main" id="{DEE8CE2C-7AFC-E265-19EB-F76884D599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32321" y="473202"/>
            <a:ext cx="3536153" cy="4194048"/>
          </a:xfrm>
          <a:blipFill dpi="0" rotWithShape="1">
            <a:blip r:embed="rId2">
              <a:alphaModFix amt="60000"/>
            </a:blip>
            <a:srcRect/>
            <a:stretch>
              <a:fillRect l="-40" r="-40"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95915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487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tmp"/><Relationship Id="rId4" Type="http://schemas.openxmlformats.org/officeDocument/2006/relationships/image" Target="../media/image4.tm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tmp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tm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tm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tm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tmp"/><Relationship Id="rId4" Type="http://schemas.openxmlformats.org/officeDocument/2006/relationships/image" Target="../media/image19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cs typeface="Times New Roman" panose="02020603050405020304" pitchFamily="18" charset="0"/>
              </a:rPr>
              <a:t>BEECHCRAFT</a:t>
            </a:r>
            <a:r>
              <a:rPr lang="en-US" sz="4800" b="1" dirty="0">
                <a:solidFill>
                  <a:srgbClr val="FFFFFF"/>
                </a:solidFill>
                <a:cs typeface="Times New Roman" panose="02020603050405020304" pitchFamily="18" charset="0"/>
              </a:rPr>
              <a:t> </a:t>
            </a:r>
            <a:r>
              <a:rPr lang="en-US" sz="4800" b="1" dirty="0">
                <a:cs typeface="Times New Roman" panose="02020603050405020304" pitchFamily="18" charset="0"/>
              </a:rPr>
              <a:t>DENALI</a:t>
            </a:r>
            <a:endParaRPr lang="en-US" sz="4800" dirty="0"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/>
              <a:t>21 DAY DEMO TOUR</a:t>
            </a:r>
            <a:r>
              <a:rPr lang="en-US" sz="3200" dirty="0">
                <a:solidFill>
                  <a:srgbClr val="CADCFC"/>
                </a:solidFill>
              </a:rPr>
              <a:t> </a:t>
            </a:r>
            <a:r>
              <a:rPr lang="en-US" sz="3200" dirty="0"/>
              <a:t>STRATEGY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/>
              <a:t>Team 12 OSU Datathon 2026</a:t>
            </a:r>
          </a:p>
        </p:txBody>
      </p:sp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43357A24-C7B7-4DCB-2742-9F3AF0E47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620" y="2834640"/>
            <a:ext cx="2150532" cy="1272587"/>
          </a:xfrm>
          <a:prstGeom prst="rect">
            <a:avLst/>
          </a:prstGeom>
        </p:spPr>
      </p:pic>
      <p:pic>
        <p:nvPicPr>
          <p:cNvPr id="12" name="Picture 11" descr="A logo for a data analysis club&#10;&#10;AI-generated content may be incorrect.">
            <a:extLst>
              <a:ext uri="{FF2B5EF4-FFF2-40B4-BE49-F238E27FC236}">
                <a16:creationId xmlns:a16="http://schemas.microsoft.com/office/drawing/2014/main" id="{50C4F1ED-16A4-2B93-4296-9935708D0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5952" y="2926080"/>
            <a:ext cx="2292096" cy="1175077"/>
          </a:xfrm>
          <a:prstGeom prst="rect">
            <a:avLst/>
          </a:prstGeom>
        </p:spPr>
      </p:pic>
      <p:pic>
        <p:nvPicPr>
          <p:cNvPr id="14" name="Picture 13" descr="A black and orange logo&#10;&#10;AI-generated content may be incorrect.">
            <a:extLst>
              <a:ext uri="{FF2B5EF4-FFF2-40B4-BE49-F238E27FC236}">
                <a16:creationId xmlns:a16="http://schemas.microsoft.com/office/drawing/2014/main" id="{6077963C-23F2-3884-A556-65621107EC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2848" y="2901702"/>
            <a:ext cx="2274687" cy="12238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B9519-237E-F154-0775-DC5A3CDF7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72" y="72619"/>
            <a:ext cx="4483628" cy="834115"/>
          </a:xfrm>
        </p:spPr>
        <p:txBody>
          <a:bodyPr anchor="ctr">
            <a:normAutofit/>
          </a:bodyPr>
          <a:lstStyle/>
          <a:p>
            <a:r>
              <a:rPr lang="en-US" sz="4000" b="1" u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WELCOME,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ACC6B-C7FD-0935-2022-57CCC9D64B5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72" y="1499807"/>
            <a:ext cx="3522707" cy="336705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pPr marL="240030"/>
            <a:r>
              <a:rPr lang="en-US" sz="2100" dirty="0"/>
              <a:t>Constraints</a:t>
            </a:r>
          </a:p>
          <a:p>
            <a:pPr marL="68580" indent="0">
              <a:buNone/>
            </a:pPr>
            <a:r>
              <a:rPr lang="en-US" sz="1425" dirty="0"/>
              <a:t>Things That Impact Our Data.</a:t>
            </a:r>
          </a:p>
          <a:p>
            <a:pPr marL="240030"/>
            <a:endParaRPr lang="en-US" sz="2100" dirty="0"/>
          </a:p>
          <a:p>
            <a:pPr marL="240030"/>
            <a:r>
              <a:rPr lang="en-US" sz="2100" dirty="0"/>
              <a:t>Our Data</a:t>
            </a:r>
          </a:p>
          <a:p>
            <a:pPr marL="68580" indent="0">
              <a:buNone/>
            </a:pPr>
            <a:r>
              <a:rPr lang="en-US" sz="1350" dirty="0"/>
              <a:t>What Did We Find?</a:t>
            </a:r>
            <a:endParaRPr lang="en-US" sz="1575" dirty="0"/>
          </a:p>
          <a:p>
            <a:pPr marL="240030"/>
            <a:endParaRPr lang="en-US" sz="2100" dirty="0"/>
          </a:p>
          <a:p>
            <a:pPr marL="240030"/>
            <a:r>
              <a:rPr lang="en-US" sz="2100" dirty="0"/>
              <a:t>Goals: Maximizing Future Sales</a:t>
            </a:r>
          </a:p>
          <a:p>
            <a:pPr marL="68580" indent="0">
              <a:buNone/>
            </a:pPr>
            <a:r>
              <a:rPr lang="en-US" sz="1275" dirty="0"/>
              <a:t>How Do We Find </a:t>
            </a:r>
            <a:r>
              <a:rPr lang="en-US" sz="1275" i="1" dirty="0"/>
              <a:t>Our  </a:t>
            </a:r>
            <a:r>
              <a:rPr lang="en-US" sz="1275" dirty="0"/>
              <a:t>Desired</a:t>
            </a:r>
            <a:r>
              <a:rPr lang="en-US" sz="1275" i="1" dirty="0"/>
              <a:t> </a:t>
            </a:r>
            <a:r>
              <a:rPr lang="en-US" sz="1275" dirty="0"/>
              <a:t>Market and Apply Our Findings?</a:t>
            </a:r>
          </a:p>
          <a:p>
            <a:pPr marL="68580" indent="0">
              <a:buNone/>
            </a:pPr>
            <a:endParaRPr lang="en-US" sz="1275" dirty="0"/>
          </a:p>
          <a:p>
            <a:pPr marL="240030"/>
            <a:r>
              <a:rPr lang="en-US" sz="2100" dirty="0"/>
              <a:t>Visualization</a:t>
            </a:r>
          </a:p>
          <a:p>
            <a:pPr marL="68580" indent="0">
              <a:buNone/>
            </a:pPr>
            <a:r>
              <a:rPr lang="en-US" sz="1425" dirty="0"/>
              <a:t>Locations, Data Sets, Risks, Unique Analysis, and Competitors.</a:t>
            </a:r>
          </a:p>
          <a:p>
            <a:pPr marL="68580" indent="0">
              <a:buNone/>
            </a:pPr>
            <a:endParaRPr lang="en-US" sz="1425" dirty="0"/>
          </a:p>
          <a:p>
            <a:pPr marL="240030"/>
            <a:r>
              <a:rPr lang="en-US" sz="2100" dirty="0"/>
              <a:t>Our </a:t>
            </a:r>
            <a:r>
              <a:rPr lang="en-US" sz="2000" dirty="0"/>
              <a:t>Solution, Our Answers , Success, and Why.</a:t>
            </a:r>
          </a:p>
          <a:p>
            <a:pPr marL="240030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8849CD2-C457-C256-BCDA-8306844178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723" y="1653956"/>
            <a:ext cx="3595553" cy="1835588"/>
          </a:xfrm>
          <a:prstGeom prst="rect">
            <a:avLst/>
          </a:prstGeom>
          <a:ln w="57150">
            <a:solidFill>
              <a:schemeClr val="bg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0D99CEC-9334-8963-CFA1-4EDAD4BA1ED6}"/>
              </a:ext>
            </a:extLst>
          </p:cNvPr>
          <p:cNvSpPr txBox="1"/>
          <p:nvPr/>
        </p:nvSpPr>
        <p:spPr>
          <a:xfrm>
            <a:off x="88373" y="764689"/>
            <a:ext cx="4291898" cy="1015663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en-US" sz="2400" dirty="0"/>
              <a:t>Today we will discuss our aircraft demo analysis consisting of:</a:t>
            </a:r>
          </a:p>
          <a:p>
            <a:endParaRPr lang="en-US" sz="135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D97F5B1-34BB-23DE-770B-6B49FE84CB10}"/>
              </a:ext>
            </a:extLst>
          </p:cNvPr>
          <p:cNvCxnSpPr>
            <a:cxnSpLocks/>
          </p:cNvCxnSpPr>
          <p:nvPr/>
        </p:nvCxnSpPr>
        <p:spPr>
          <a:xfrm>
            <a:off x="1" y="2303985"/>
            <a:ext cx="3377381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FC6B546-7068-A116-3539-B11C6AFAF3B5}"/>
              </a:ext>
            </a:extLst>
          </p:cNvPr>
          <p:cNvCxnSpPr>
            <a:cxnSpLocks/>
          </p:cNvCxnSpPr>
          <p:nvPr/>
        </p:nvCxnSpPr>
        <p:spPr>
          <a:xfrm>
            <a:off x="1" y="4209108"/>
            <a:ext cx="3377381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FA5D05D-6EE5-93BA-BF4A-AC98C141184A}"/>
              </a:ext>
            </a:extLst>
          </p:cNvPr>
          <p:cNvCxnSpPr>
            <a:cxnSpLocks/>
          </p:cNvCxnSpPr>
          <p:nvPr/>
        </p:nvCxnSpPr>
        <p:spPr>
          <a:xfrm>
            <a:off x="0" y="3576574"/>
            <a:ext cx="3377381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DF8D77A-B5A1-6B15-D18A-690F3F232EF8}"/>
              </a:ext>
            </a:extLst>
          </p:cNvPr>
          <p:cNvCxnSpPr>
            <a:cxnSpLocks/>
          </p:cNvCxnSpPr>
          <p:nvPr/>
        </p:nvCxnSpPr>
        <p:spPr>
          <a:xfrm>
            <a:off x="1" y="2917263"/>
            <a:ext cx="3377381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4579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04AC0-0125-F6E0-7770-92C550EEF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703943"/>
            <a:ext cx="3947653" cy="2524793"/>
          </a:xfrm>
        </p:spPr>
        <p:txBody>
          <a:bodyPr/>
          <a:lstStyle/>
          <a:p>
            <a:pPr algn="ctr"/>
            <a:r>
              <a:rPr lang="en-US" sz="4000" b="1" u="none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THE BUSINESS CHALLENGE?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01F742-2B00-740F-1677-5D44392D13B1}"/>
              </a:ext>
            </a:extLst>
          </p:cNvPr>
          <p:cNvSpPr/>
          <p:nvPr/>
        </p:nvSpPr>
        <p:spPr>
          <a:xfrm>
            <a:off x="4435577" y="27653"/>
            <a:ext cx="4645742" cy="508819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FD0A64-4488-11C7-BB4D-872035545982}"/>
              </a:ext>
            </a:extLst>
          </p:cNvPr>
          <p:cNvSpPr txBox="1"/>
          <p:nvPr/>
        </p:nvSpPr>
        <p:spPr>
          <a:xfrm>
            <a:off x="4940710" y="507369"/>
            <a:ext cx="3635477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650" dirty="0"/>
              <a:t>Revenue Projection of Beechcraft Denali</a:t>
            </a:r>
          </a:p>
          <a:p>
            <a:endParaRPr lang="en-US" sz="1350" dirty="0">
              <a:solidFill>
                <a:schemeClr val="bg1"/>
              </a:solidFill>
            </a:endParaRPr>
          </a:p>
          <a:p>
            <a:endParaRPr lang="en-US" sz="16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650" dirty="0"/>
              <a:t>Market Penetration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sz="1650" dirty="0">
              <a:solidFill>
                <a:schemeClr val="bg1"/>
              </a:solidFill>
            </a:endParaRPr>
          </a:p>
          <a:p>
            <a:endParaRPr lang="en-US" sz="16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650" dirty="0"/>
              <a:t>Reaching Target Consumers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sz="16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sz="16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650" dirty="0"/>
              <a:t>Legal Constraints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sz="16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sz="16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650" dirty="0"/>
              <a:t>Aircraft Size &amp; Costs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sz="16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sz="16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650" dirty="0"/>
              <a:t>Desired Location</a:t>
            </a:r>
          </a:p>
          <a:p>
            <a:endParaRPr lang="en-US" sz="1350" dirty="0">
              <a:solidFill>
                <a:schemeClr val="bg1"/>
              </a:solidFill>
            </a:endParaRPr>
          </a:p>
          <a:p>
            <a:endParaRPr lang="en-US" sz="1350" dirty="0">
              <a:solidFill>
                <a:schemeClr val="bg1"/>
              </a:solidFill>
            </a:endParaRPr>
          </a:p>
          <a:p>
            <a:endParaRPr lang="en-US" sz="1350" dirty="0">
              <a:solidFill>
                <a:schemeClr val="bg1"/>
              </a:solidFill>
            </a:endParaRPr>
          </a:p>
          <a:p>
            <a:endParaRPr lang="en-US" sz="1350" dirty="0">
              <a:solidFill>
                <a:schemeClr val="bg1"/>
              </a:solidFill>
            </a:endParaRPr>
          </a:p>
          <a:p>
            <a:endParaRPr lang="en-US" sz="1350" dirty="0">
              <a:solidFill>
                <a:schemeClr val="bg1"/>
              </a:solidFill>
            </a:endParaRPr>
          </a:p>
          <a:p>
            <a:endParaRPr lang="en-US" sz="1350" dirty="0">
              <a:solidFill>
                <a:schemeClr val="bg1"/>
              </a:solidFill>
            </a:endParaRPr>
          </a:p>
          <a:p>
            <a:endParaRPr lang="en-US" sz="1350" dirty="0">
              <a:solidFill>
                <a:schemeClr val="bg1"/>
              </a:solidFill>
            </a:endParaRPr>
          </a:p>
          <a:p>
            <a:endParaRPr lang="en-US" sz="1350" dirty="0">
              <a:solidFill>
                <a:schemeClr val="bg1"/>
              </a:solidFill>
            </a:endParaRPr>
          </a:p>
          <a:p>
            <a:endParaRPr lang="en-US" sz="1350" dirty="0">
              <a:solidFill>
                <a:schemeClr val="bg1"/>
              </a:solidFill>
            </a:endParaRPr>
          </a:p>
          <a:p>
            <a:endParaRPr lang="en-US" sz="1350" dirty="0">
              <a:solidFill>
                <a:schemeClr val="bg1"/>
              </a:solidFill>
            </a:endParaRPr>
          </a:p>
          <a:p>
            <a:endParaRPr lang="en-US" sz="1350" dirty="0">
              <a:solidFill>
                <a:schemeClr val="bg1"/>
              </a:solidFill>
            </a:endParaRPr>
          </a:p>
          <a:p>
            <a:endParaRPr lang="en-US" sz="1350" dirty="0">
              <a:solidFill>
                <a:schemeClr val="bg1"/>
              </a:solidFill>
            </a:endParaRPr>
          </a:p>
          <a:p>
            <a:endParaRPr lang="en-US" sz="1350" dirty="0">
              <a:solidFill>
                <a:schemeClr val="bg1"/>
              </a:solidFill>
            </a:endParaRPr>
          </a:p>
          <a:p>
            <a:endParaRPr lang="en-US" sz="1350" dirty="0">
              <a:solidFill>
                <a:schemeClr val="bg1"/>
              </a:solidFill>
            </a:endParaRPr>
          </a:p>
          <a:p>
            <a:endParaRPr lang="en-US" sz="1350" dirty="0">
              <a:solidFill>
                <a:schemeClr val="bg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DA061E7-E685-84DC-F242-611D2E6857D5}"/>
              </a:ext>
            </a:extLst>
          </p:cNvPr>
          <p:cNvCxnSpPr>
            <a:cxnSpLocks/>
          </p:cNvCxnSpPr>
          <p:nvPr/>
        </p:nvCxnSpPr>
        <p:spPr>
          <a:xfrm>
            <a:off x="5125065" y="1163961"/>
            <a:ext cx="3377381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E6A7512-2286-86C8-A076-316BD0E5B11D}"/>
              </a:ext>
            </a:extLst>
          </p:cNvPr>
          <p:cNvCxnSpPr>
            <a:cxnSpLocks/>
          </p:cNvCxnSpPr>
          <p:nvPr/>
        </p:nvCxnSpPr>
        <p:spPr>
          <a:xfrm>
            <a:off x="5195119" y="3475771"/>
            <a:ext cx="3307327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B9A7BE4-3E67-84E8-F2E9-C4DCDB06F93B}"/>
              </a:ext>
            </a:extLst>
          </p:cNvPr>
          <p:cNvCxnSpPr>
            <a:cxnSpLocks/>
          </p:cNvCxnSpPr>
          <p:nvPr/>
        </p:nvCxnSpPr>
        <p:spPr>
          <a:xfrm>
            <a:off x="5125065" y="2697794"/>
            <a:ext cx="34511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ABCC06C-3C05-0DEC-3050-D5D2C8FB3F5A}"/>
              </a:ext>
            </a:extLst>
          </p:cNvPr>
          <p:cNvCxnSpPr>
            <a:cxnSpLocks/>
          </p:cNvCxnSpPr>
          <p:nvPr/>
        </p:nvCxnSpPr>
        <p:spPr>
          <a:xfrm>
            <a:off x="5125065" y="1927190"/>
            <a:ext cx="34511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4A5FF27-A7A0-DCDE-8A13-28E08DA2F43A}"/>
              </a:ext>
            </a:extLst>
          </p:cNvPr>
          <p:cNvCxnSpPr>
            <a:cxnSpLocks/>
          </p:cNvCxnSpPr>
          <p:nvPr/>
        </p:nvCxnSpPr>
        <p:spPr>
          <a:xfrm>
            <a:off x="5195119" y="4910051"/>
            <a:ext cx="3381068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EC8BA2E-AA84-3A60-A23D-0159DEC729E4}"/>
              </a:ext>
            </a:extLst>
          </p:cNvPr>
          <p:cNvCxnSpPr>
            <a:cxnSpLocks/>
          </p:cNvCxnSpPr>
          <p:nvPr/>
        </p:nvCxnSpPr>
        <p:spPr>
          <a:xfrm>
            <a:off x="5195119" y="4235312"/>
            <a:ext cx="3381068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E40DCA89-FA7C-4833-5FDB-67308FCC3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14500"/>
            <a:ext cx="1358002" cy="64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694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/>
              <a:t>OPERATIONAL CHALLENGES &amp; CONSTRAINTS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1554480"/>
          </a:xfrm>
          <a:prstGeom prst="rect">
            <a:avLst/>
          </a:prstGeom>
          <a:solidFill>
            <a:srgbClr val="F8F9FA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73152" cy="1554480"/>
          </a:xfrm>
          <a:prstGeom prst="rect">
            <a:avLst/>
          </a:prstGeom>
          <a:solidFill>
            <a:srgbClr val="00B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⛽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Aircraft Range Limitation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6642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F4444"/>
                </a:solidFill>
              </a:rPr>
              <a:t>1,600 nm per tank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2C3E50"/>
                </a:solidFill>
              </a:rPr>
              <a:t>Required strategic routing to ensure fuel availability and minimize repositioning flights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16659" y="1188720"/>
            <a:ext cx="4114800" cy="1554480"/>
          </a:xfrm>
          <a:prstGeom prst="rect">
            <a:avLst/>
          </a:prstGeom>
          <a:solidFill>
            <a:srgbClr val="F8F9FA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H="1">
            <a:off x="4916658" y="1188720"/>
            <a:ext cx="73151" cy="1554480"/>
          </a:xfrm>
          <a:prstGeom prst="rect">
            <a:avLst/>
          </a:prstGeom>
          <a:solidFill>
            <a:srgbClr val="00B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120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76072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Pilot Duty Regulations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60720" y="16642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F4444"/>
                </a:solidFill>
              </a:rPr>
              <a:t>12-hour shift max (10hr rest) or 14-hour shift max (12hr rest)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20574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2C3E50"/>
                </a:solidFill>
              </a:rPr>
              <a:t>Limited daily airport coverage and required careful scheduling of demo windows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114800" cy="1554480"/>
          </a:xfrm>
          <a:prstGeom prst="rect">
            <a:avLst/>
          </a:prstGeom>
          <a:solidFill>
            <a:srgbClr val="F8F9FA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73152" cy="1554480"/>
          </a:xfrm>
          <a:prstGeom prst="rect">
            <a:avLst/>
          </a:prstGeom>
          <a:solidFill>
            <a:srgbClr val="00B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188720" y="3154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Crew Rest Requirements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4930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F4444"/>
                </a:solidFill>
              </a:rPr>
              <a:t>6 consecutive duty days maximum, then 1 mandatory rest day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8862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2C3E50"/>
                </a:solidFill>
              </a:rPr>
              <a:t>21-day tour requires 3 mandatory rest days built into schedule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16659" y="3017520"/>
            <a:ext cx="4114800" cy="1554480"/>
          </a:xfrm>
          <a:prstGeom prst="rect">
            <a:avLst/>
          </a:prstGeom>
          <a:solidFill>
            <a:srgbClr val="F8F9FA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916659" y="3017520"/>
            <a:ext cx="73152" cy="1554480"/>
          </a:xfrm>
          <a:prstGeom prst="rect">
            <a:avLst/>
          </a:prstGeom>
          <a:solidFill>
            <a:srgbClr val="00B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2120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760720" y="3154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Capacity Constraints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760720" y="34930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F4444"/>
                </a:solidFill>
              </a:rPr>
              <a:t>6-9 passengers total, single pilot operation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38862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2C3E50"/>
                </a:solidFill>
              </a:rPr>
              <a:t>Limited demonstration capacity per stop; prioritized high-value prospects only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691743"/>
            <a:ext cx="6291943" cy="3200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-511629" y="4691743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Solution: Optimized routing algorithm balancing range, duty time, rest days, and prospect density</a:t>
            </a:r>
            <a:endParaRPr lang="en-US" sz="12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EB1AAC7-D2B1-EB1A-2BAC-9541FA56A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9706" y="4800600"/>
            <a:ext cx="1531753" cy="2743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/>
              <a:t>EXECUTIVE SUMMARY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011680" cy="1280160"/>
          </a:xfrm>
          <a:prstGeom prst="rect">
            <a:avLst/>
          </a:prstGeom>
          <a:solidFill>
            <a:srgbClr val="FFFFFF"/>
          </a:solidFill>
          <a:ln w="381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B82F6"/>
                </a:solidFill>
              </a:rPr>
              <a:t>40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C3E50"/>
                </a:solidFill>
              </a:rPr>
              <a:t>AIRPORTS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76246" y="1097266"/>
            <a:ext cx="2011680" cy="1280160"/>
          </a:xfrm>
          <a:prstGeom prst="rect">
            <a:avLst/>
          </a:prstGeom>
          <a:solidFill>
            <a:srgbClr val="FFFFFF"/>
          </a:solidFill>
          <a:ln w="381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76246" y="127312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4B8A6"/>
                </a:solidFill>
              </a:rPr>
              <a:t>445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376246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C3E50"/>
                </a:solidFill>
              </a:rPr>
              <a:t>PROSPECTS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12411" y="1097280"/>
            <a:ext cx="2082019" cy="1280160"/>
          </a:xfrm>
          <a:prstGeom prst="rect">
            <a:avLst/>
          </a:prstGeom>
          <a:solidFill>
            <a:srgbClr val="FFFFFF"/>
          </a:solidFill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89784" y="1237950"/>
            <a:ext cx="1934308" cy="63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97316"/>
                </a:solidFill>
              </a:rPr>
              <a:t>$215,159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112412" y="1920233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C3E50"/>
                </a:solidFill>
              </a:rPr>
              <a:t>TOUR COST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7432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800" b="1" dirty="0"/>
              <a:t>Tour Details</a:t>
            </a:r>
            <a:endParaRPr lang="en-US" sz="14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400" dirty="0"/>
              <a:t>21-day nationwide demo tour targeting 445 pre-qualified prospects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400" dirty="0"/>
              <a:t> 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800" b="1" dirty="0"/>
              <a:t>Target Market</a:t>
            </a:r>
            <a:endParaRPr lang="en-US" sz="14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400" dirty="0"/>
              <a:t>3,195 potential buyers across 40 strategic airports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400" dirty="0"/>
              <a:t> 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800" b="1" dirty="0"/>
              <a:t>Expected Outcome</a:t>
            </a:r>
            <a:endParaRPr lang="en-US" sz="14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400" dirty="0"/>
              <a:t>$707,500 in projected year savings vs PC-12, 5-year savings of $7,995,000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43F749C-A7F1-E26E-B0F2-0B633202A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4617706"/>
            <a:ext cx="1646063" cy="3200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/>
              <a:t>MARKET OPPORTUNITY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7315200" cy="5486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All Aircraft Owners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0" y="11430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10,580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1737360"/>
            <a:ext cx="5486400" cy="548640"/>
          </a:xfrm>
          <a:prstGeom prst="rect">
            <a:avLst/>
          </a:prstGeom>
          <a:solidFill>
            <a:srgbClr val="1D82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4592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Target Aircraft Owners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0" y="1783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5,115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57400" y="2377440"/>
            <a:ext cx="4114800" cy="5486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38288" y="2423160"/>
            <a:ext cx="170219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All SET Owners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00600" y="2423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1,430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14600" y="3017520"/>
            <a:ext cx="3200400" cy="54864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88920" y="3063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Aging SET Owners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43400" y="3063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1,149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989385" y="3657600"/>
            <a:ext cx="2314135" cy="5486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r>
              <a:rPr lang="en-US" sz="1600" b="1" dirty="0">
                <a:solidFill>
                  <a:srgbClr val="FFFFFF"/>
                </a:solidFill>
              </a:rPr>
              <a:t>Golden </a:t>
            </a:r>
          </a:p>
          <a:p>
            <a:r>
              <a:rPr lang="en-US" sz="1600" b="1" dirty="0">
                <a:solidFill>
                  <a:srgbClr val="FFFFFF"/>
                </a:solidFill>
              </a:rPr>
              <a:t>Leads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57600" y="3703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154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C3E50"/>
                </a:solidFill>
              </a:rPr>
              <a:t>Current Denali Market Share: 0 of 3,195 (Domestic)</a:t>
            </a:r>
            <a:endParaRPr lang="en-US" sz="1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B639641-EABC-369D-8238-CE1E80AF4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013" y="4640568"/>
            <a:ext cx="1691787" cy="2743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/>
              <a:t>BUYER PROFILE &amp; SEGMENTATION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892009701"/>
              </p:ext>
            </p:extLst>
          </p:nvPr>
        </p:nvGraphicFramePr>
        <p:xfrm>
          <a:off x="780758" y="1097280"/>
          <a:ext cx="3960054" cy="26798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>
            <p:extLst>
              <p:ext uri="{D42A27DB-BD31-4B8C-83A1-F6EECF244321}">
                <p14:modId xmlns:p14="http://schemas.microsoft.com/office/powerpoint/2010/main" val="183879499"/>
              </p:ext>
            </p:extLst>
          </p:nvPr>
        </p:nvGraphicFramePr>
        <p:xfrm>
          <a:off x="5064370" y="1051559"/>
          <a:ext cx="3003452" cy="2771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5D3304D-D672-C4AC-F3B8-9B7B7BB149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1220" y="4636758"/>
            <a:ext cx="1615580" cy="2819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BB17AC-448F-1550-C54C-3F8120499713}"/>
              </a:ext>
            </a:extLst>
          </p:cNvPr>
          <p:cNvSpPr txBox="1"/>
          <p:nvPr/>
        </p:nvSpPr>
        <p:spPr>
          <a:xfrm>
            <a:off x="1012874" y="4051983"/>
            <a:ext cx="22156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Overall Market Share for Comparable Jets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6C6A75-8482-8197-476A-545DD7EAD114}"/>
              </a:ext>
            </a:extLst>
          </p:cNvPr>
          <p:cNvSpPr txBox="1"/>
          <p:nvPr/>
        </p:nvSpPr>
        <p:spPr>
          <a:xfrm>
            <a:off x="5254283" y="4090999"/>
            <a:ext cx="3377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Prospecting Fleet Replacement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/>
              <a:t>TARGET ACCOUNTS BY ZONE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82296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F81DA67-C5F6-6CF5-F5A9-C69FB1866B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1220" y="4606275"/>
            <a:ext cx="1615580" cy="3429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/>
              <a:t>21-DAY TOUR ROUTE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495822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2000" b="1" dirty="0"/>
              <a:t>Strategic Approach</a:t>
            </a:r>
            <a:endParaRPr lang="en-US" sz="14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400" dirty="0"/>
              <a:t> 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400" b="1" dirty="0"/>
              <a:t>Coverage: </a:t>
            </a:r>
            <a:r>
              <a:rPr lang="en-US" sz="1400" dirty="0"/>
              <a:t>40 airports across 3 zones (West, Central, East)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400" dirty="0"/>
              <a:t> 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400" b="1" dirty="0"/>
              <a:t>Engagement: </a:t>
            </a:r>
            <a:r>
              <a:rPr lang="en-US" sz="1400" dirty="0"/>
              <a:t>Pre-invited aircraft owners near each stop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400" dirty="0"/>
              <a:t> 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400" b="1" dirty="0"/>
              <a:t>Audience: </a:t>
            </a:r>
            <a:r>
              <a:rPr lang="en-US" sz="1400" dirty="0"/>
              <a:t>445 direct replacement buyers reached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400" dirty="0"/>
              <a:t> 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400" b="1" dirty="0"/>
              <a:t>Duration: </a:t>
            </a:r>
            <a:r>
              <a:rPr lang="en-US" sz="1400" dirty="0"/>
              <a:t>2.2 airports per day, 2.5-hour demo windows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56C9C1F-0780-F558-380C-CDBEE2F28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4779" y="4671422"/>
            <a:ext cx="1615580" cy="3124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9F8A925-F610-E607-7277-7453BC44C8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3023" y="1097280"/>
            <a:ext cx="5057336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/>
              <a:t>FINANCIAL ANALYSIS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/>
              <a:t>Tour Cost Breakdown</a:t>
            </a:r>
            <a:endParaRPr lang="en-US" sz="1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754880" y="1097280"/>
          <a:ext cx="39319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57C551E-A9EF-344F-3058-D3851C18C9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3657" y="4709329"/>
            <a:ext cx="1623201" cy="281964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9694A630-B303-5537-6DD3-85020395B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788" y="1093639"/>
            <a:ext cx="3625215" cy="3615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/>
              <a:t>VALUE PROPOSITION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86200" cy="1280160"/>
          </a:xfrm>
          <a:prstGeom prst="rect">
            <a:avLst/>
          </a:prstGeom>
          <a:solidFill>
            <a:schemeClr val="bg1"/>
          </a:solidFill>
          <a:ln w="2540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/>
              <a:t>Cost Efficiency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7830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$707,500 savings vs PC-12 over 5 years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1165860"/>
            <a:ext cx="38862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8348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623560" y="13716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/>
              <a:t>Performance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23560" y="17830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Superior range and payload in single-engine turboprop class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38862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280160" y="30175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/>
              <a:t>Target Match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4290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Perfect fit for aging SET fleet replacement cycle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2834640"/>
            <a:ext cx="38862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8348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623560" y="30175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/>
              <a:t>Market Position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23560" y="34290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Competing in $7.995M addressable market segment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>
              <a:solidFill>
                <a:srgbClr val="00B050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E263EF2-50FE-4A6C-B677-BC0CC0F45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735" y="4709160"/>
            <a:ext cx="1615580" cy="29720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2" y="1570481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/>
              <a:t>NEXT STEPS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364900" y="1945907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/>
              <a:t>Approve 21-day demo tour budget</a:t>
            </a:r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/>
              <a:t>Finalize route and airport partnerships</a:t>
            </a:r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/>
              <a:t>Launch pre-invitation campaign to 445 prospects</a:t>
            </a:r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/>
              <a:t>Deploy aircraft and support team</a:t>
            </a:r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/>
              <a:t>Execute tour with daily demos at 40 strategic airports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/>
              <a:t>Questions?</a:t>
            </a:r>
            <a:endParaRPr lang="en-US" sz="2000" dirty="0"/>
          </a:p>
        </p:txBody>
      </p:sp>
      <p:pic>
        <p:nvPicPr>
          <p:cNvPr id="10" name="Picture 9" descr="A black and white logo&#10;&#10;AI-generated content may be incorrect.">
            <a:extLst>
              <a:ext uri="{FF2B5EF4-FFF2-40B4-BE49-F238E27FC236}">
                <a16:creationId xmlns:a16="http://schemas.microsoft.com/office/drawing/2014/main" id="{4C8C98C0-DF94-D53A-1234-7EDA407DC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8608"/>
            <a:ext cx="2304288" cy="987553"/>
          </a:xfrm>
          <a:prstGeom prst="rect">
            <a:avLst/>
          </a:prstGeom>
        </p:spPr>
      </p:pic>
      <p:pic>
        <p:nvPicPr>
          <p:cNvPr id="12" name="Picture 11" descr="A logo for a data analysis club&#10;&#10;AI-generated content may be incorrect.">
            <a:extLst>
              <a:ext uri="{FF2B5EF4-FFF2-40B4-BE49-F238E27FC236}">
                <a16:creationId xmlns:a16="http://schemas.microsoft.com/office/drawing/2014/main" id="{860215D0-78EE-CADA-CFCC-09251AAB1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4" y="308608"/>
            <a:ext cx="2304288" cy="1019556"/>
          </a:xfrm>
          <a:prstGeom prst="rect">
            <a:avLst/>
          </a:prstGeom>
        </p:spPr>
      </p:pic>
      <p:pic>
        <p:nvPicPr>
          <p:cNvPr id="14" name="Picture 13" descr="A black and orange logo&#10;&#10;AI-generated content may be incorrect.">
            <a:extLst>
              <a:ext uri="{FF2B5EF4-FFF2-40B4-BE49-F238E27FC236}">
                <a16:creationId xmlns:a16="http://schemas.microsoft.com/office/drawing/2014/main" id="{C66AF5D6-3ADA-3FA5-328E-7BA8693347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5952" y="313182"/>
            <a:ext cx="2115311" cy="9875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E92701C566DA64785AA3C222C53F941" ma:contentTypeVersion="13" ma:contentTypeDescription="Create a new document." ma:contentTypeScope="" ma:versionID="f0f442304e31d2e3b595910f2ecd16bd">
  <xsd:schema xmlns:xsd="http://www.w3.org/2001/XMLSchema" xmlns:xs="http://www.w3.org/2001/XMLSchema" xmlns:p="http://schemas.microsoft.com/office/2006/metadata/properties" xmlns:ns3="9aa6ac14-340e-4875-a54b-b03714c5f308" xmlns:ns4="ca419ffd-a986-4309-8eae-9b6865cc59ee" targetNamespace="http://schemas.microsoft.com/office/2006/metadata/properties" ma:root="true" ma:fieldsID="d5c945b7aa5667b8a0dad94036787fa6" ns3:_="" ns4:_="">
    <xsd:import namespace="9aa6ac14-340e-4875-a54b-b03714c5f308"/>
    <xsd:import namespace="ca419ffd-a986-4309-8eae-9b6865cc59e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a6ac14-340e-4875-a54b-b03714c5f30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419ffd-a986-4309-8eae-9b6865cc59ee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aa6ac14-340e-4875-a54b-b03714c5f308" xsi:nil="true"/>
  </documentManagement>
</p:properties>
</file>

<file path=customXml/itemProps1.xml><?xml version="1.0" encoding="utf-8"?>
<ds:datastoreItem xmlns:ds="http://schemas.openxmlformats.org/officeDocument/2006/customXml" ds:itemID="{369ADE78-36D8-49D5-A8D7-9A382B02F1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a6ac14-340e-4875-a54b-b03714c5f308"/>
    <ds:schemaRef ds:uri="ca419ffd-a986-4309-8eae-9b6865cc59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E268FD-1483-4000-BCF1-3420E257BD1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AED9B8-FF8E-41B2-B97A-24A9C964BCB2}">
  <ds:schemaRefs>
    <ds:schemaRef ds:uri="http://schemas.openxmlformats.org/package/2006/metadata/core-properties"/>
    <ds:schemaRef ds:uri="http://schemas.microsoft.com/office/infopath/2007/PartnerControls"/>
    <ds:schemaRef ds:uri="http://purl.org/dc/terms/"/>
    <ds:schemaRef ds:uri="9aa6ac14-340e-4875-a54b-b03714c5f308"/>
    <ds:schemaRef ds:uri="http://schemas.microsoft.com/office/2006/documentManagement/types"/>
    <ds:schemaRef ds:uri="http://purl.org/dc/dcmitype/"/>
    <ds:schemaRef ds:uri="http://purl.org/dc/elements/1.1/"/>
    <ds:schemaRef ds:uri="ca419ffd-a986-4309-8eae-9b6865cc59ee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240</TotalTime>
  <Words>475</Words>
  <Application>Microsoft Office PowerPoint</Application>
  <PresentationFormat>On-screen Show (16:9)</PresentationFormat>
  <Paragraphs>149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2013 - 2022 Theme</vt:lpstr>
      <vt:lpstr>PowerPoint Presentation</vt:lpstr>
      <vt:lpstr>WELCOME,</vt:lpstr>
      <vt:lpstr>THE BUSINESS CHALLENGE?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Beechcraft Denali - 21 Day Demo Tour Strategy</dc:title>
  <dc:subject>PptxGenJS Presentation</dc:subject>
  <dc:creator>Team 12 OSU Datathon 2026</dc:creator>
  <cp:lastModifiedBy>Oldham, Lidiya</cp:lastModifiedBy>
  <cp:revision>3</cp:revision>
  <dcterms:created xsi:type="dcterms:W3CDTF">2026-02-13T13:23:00Z</dcterms:created>
  <dcterms:modified xsi:type="dcterms:W3CDTF">2026-02-13T18:27:32Z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0x010100FE92701C566DA64785AA3C222C53F941</vt:lpwstr>
  </property>
</Properties>
</file>